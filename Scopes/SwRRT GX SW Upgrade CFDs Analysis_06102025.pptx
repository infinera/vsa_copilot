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modernComment_7FFFDE04_77ADD0A1.xml" ContentType="application/vnd.ms-powerpoint.comments+xml"/>
  <Override PartName="/ppt/comments/modernComment_7FFFDDF4_7F8ADD0.xml" ContentType="application/vnd.ms-powerpoint.comments+xml"/>
  <Override PartName="/ppt/comments/modernComment_7FFFDE03_89E38D72.xml" ContentType="application/vnd.ms-powerpoint.comments+xml"/>
  <Override PartName="/ppt/comments/modernComment_7FFFDDFE_9D7CBD47.xml" ContentType="application/vnd.ms-powerpoint.comments+xml"/>
  <Override PartName="/ppt/comments/modernComment_7FFFDE02_D7EF8B90.xml" ContentType="application/vnd.ms-powerpoint.comments+xml"/>
  <Override PartName="/ppt/comments/modernComment_7FFFDDF6_9AD7564C.xml" ContentType="application/vnd.ms-powerpoint.comments+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6"/>
  </p:sldMasterIdLst>
  <p:notesMasterIdLst>
    <p:notesMasterId r:id="rId30"/>
  </p:notesMasterIdLst>
  <p:handoutMasterIdLst>
    <p:handoutMasterId r:id="rId31"/>
  </p:handoutMasterIdLst>
  <p:sldIdLst>
    <p:sldId id="2147474949" r:id="rId7"/>
    <p:sldId id="2147474952" r:id="rId8"/>
    <p:sldId id="2147480284" r:id="rId9"/>
    <p:sldId id="2147480285" r:id="rId10"/>
    <p:sldId id="2147474948" r:id="rId11"/>
    <p:sldId id="2147474932" r:id="rId12"/>
    <p:sldId id="2147474947" r:id="rId13"/>
    <p:sldId id="2147474942" r:id="rId14"/>
    <p:sldId id="2147474946" r:id="rId15"/>
    <p:sldId id="2147474934" r:id="rId16"/>
    <p:sldId id="2147480286" r:id="rId17"/>
    <p:sldId id="2147480287" r:id="rId18"/>
    <p:sldId id="2147480289" r:id="rId19"/>
    <p:sldId id="2147480288" r:id="rId20"/>
    <p:sldId id="2147480290" r:id="rId21"/>
    <p:sldId id="2147480292" r:id="rId22"/>
    <p:sldId id="2147480293" r:id="rId23"/>
    <p:sldId id="2147480291" r:id="rId24"/>
    <p:sldId id="2147480283" r:id="rId25"/>
    <p:sldId id="2147474933" r:id="rId26"/>
    <p:sldId id="341" r:id="rId27"/>
    <p:sldId id="342" r:id="rId28"/>
    <p:sldId id="2134805283" r:id="rId29"/>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B5ABDC0E-FCF8-168D-E2C6-EE7DDEB6B5FD}" name="Prashant K. Patil (Nokia)" initials="P(" userId="S::prashant.k.patil@nokia.com::b200b449-da55-46aa-b143-ef19f398442c" providerId="AD"/>
  <p188:author id="{E8461A37-994E-7576-0067-75291389AA5A}" name="Akshay Kumar Behki" initials="AB" userId="S::ABehki@infinera.com::9e7c531e-4687-4a80-aabe-5cab4c6546a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135"/>
    <a:srgbClr val="00000E"/>
    <a:srgbClr val="F2F2F2"/>
    <a:srgbClr val="F9F9F9"/>
    <a:srgbClr val="EBEBEB"/>
    <a:srgbClr val="CCCCCC"/>
    <a:srgbClr val="FF3154"/>
    <a:srgbClr val="001D47"/>
    <a:srgbClr val="0A0908"/>
    <a:srgbClr val="FF8B10"/>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9" autoAdjust="0"/>
    <p:restoredTop sz="94660"/>
  </p:normalViewPr>
  <p:slideViewPr>
    <p:cSldViewPr snapToGrid="0">
      <p:cViewPr varScale="1">
        <p:scale>
          <a:sx n="69" d="100"/>
          <a:sy n="69" d="100"/>
        </p:scale>
        <p:origin x="1224" y="27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presProps" Target="presProps.xml"/><Relationship Id="rId5" Type="http://schemas.openxmlformats.org/officeDocument/2006/relationships/customXml" Target="../customXml/item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microsoft.com/office/2018/10/relationships/authors" Target="author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2.xml"/></Relationships>
</file>

<file path=ppt/comments/modernComment_7FFFDDF4_7F8ADD0.xml><?xml version="1.0" encoding="utf-8"?>
<p188:cmLst xmlns:a="http://schemas.openxmlformats.org/drawingml/2006/main" xmlns:r="http://schemas.openxmlformats.org/officeDocument/2006/relationships" xmlns:p188="http://schemas.microsoft.com/office/powerpoint/2018/8/main">
  <p188:cm id="{71515A9A-B697-4BB5-A104-614B8C2B46EA}" authorId="{E8461A37-994E-7576-0067-75291389AA5A}" created="2025-06-30T08:41:00.878">
    <ac:deMkLst xmlns:ac="http://schemas.microsoft.com/office/drawing/2013/main/command">
      <pc:docMk xmlns:pc="http://schemas.microsoft.com/office/powerpoint/2013/main/command"/>
      <pc:sldMk xmlns:pc="http://schemas.microsoft.com/office/powerpoint/2013/main/command" cId="133737936" sldId="2147474932"/>
      <ac:spMk id="6" creationId="{D4D96210-49ED-1624-6F33-91BA6D1569CB}"/>
    </ac:deMkLst>
    <p188:txBody>
      <a:bodyPr/>
      <a:lstStyle/>
      <a:p>
        <a:r>
          <a:rPr lang="en-US"/>
          <a:t>Praveen Ramesh and RamNarayan SRD. Any change in Dev should be checked with Arch IOA changes Henrique/Sharafuddin.</a:t>
        </a:r>
      </a:p>
    </p188:txBody>
  </p188:cm>
</p188:cmLst>
</file>

<file path=ppt/comments/modernComment_7FFFDDF6_9AD7564C.xml><?xml version="1.0" encoding="utf-8"?>
<p188:cmLst xmlns:a="http://schemas.openxmlformats.org/drawingml/2006/main" xmlns:r="http://schemas.openxmlformats.org/officeDocument/2006/relationships" xmlns:p188="http://schemas.microsoft.com/office/powerpoint/2018/8/main">
  <p188:cm id="{7E318A6C-59C2-4AAC-BB5A-4EE69857AD12}" authorId="{E8461A37-994E-7576-0067-75291389AA5A}" created="2025-06-30T08:46:15.536">
    <ac:deMkLst xmlns:ac="http://schemas.microsoft.com/office/drawing/2013/main/command">
      <pc:docMk xmlns:pc="http://schemas.microsoft.com/office/powerpoint/2013/main/command"/>
      <pc:sldMk xmlns:pc="http://schemas.microsoft.com/office/powerpoint/2013/main/command" cId="2597803596" sldId="2147474934"/>
      <ac:spMk id="6" creationId="{294C7C17-C3E6-1045-7F96-72B9E07B8E49}"/>
    </ac:deMkLst>
    <p188:txBody>
      <a:bodyPr/>
      <a:lstStyle/>
      <a:p>
        <a:r>
          <a:rPr lang="en-US"/>
          <a:t>FW teams, NXP for Yaaseen.</a:t>
        </a:r>
      </a:p>
    </p188:txBody>
  </p188:cm>
</p188:cmLst>
</file>

<file path=ppt/comments/modernComment_7FFFDDFE_9D7CBD47.xml><?xml version="1.0" encoding="utf-8"?>
<p188:cmLst xmlns:a="http://schemas.openxmlformats.org/drawingml/2006/main" xmlns:r="http://schemas.openxmlformats.org/officeDocument/2006/relationships" xmlns:p188="http://schemas.microsoft.com/office/powerpoint/2018/8/main">
  <p188:cm id="{8C7D75C4-5838-434C-B229-10239B07D76D}" authorId="{E8461A37-994E-7576-0067-75291389AA5A}" created="2025-06-30T08:44:09.017">
    <ac:deMkLst xmlns:ac="http://schemas.microsoft.com/office/drawing/2013/main/command">
      <pc:docMk xmlns:pc="http://schemas.microsoft.com/office/powerpoint/2013/main/command"/>
      <pc:sldMk xmlns:pc="http://schemas.microsoft.com/office/powerpoint/2013/main/command" cId="2642197831" sldId="2147474942"/>
      <ac:spMk id="6" creationId="{AF48B443-784A-5514-0A2D-71897FA63D5F}"/>
    </ac:deMkLst>
    <p188:txBody>
      <a:bodyPr/>
      <a:lstStyle/>
      <a:p>
        <a:r>
          <a:rPr lang="en-US"/>
          <a:t>Paulo.</a:t>
        </a:r>
      </a:p>
    </p188:txBody>
  </p188:cm>
</p188:cmLst>
</file>

<file path=ppt/comments/modernComment_7FFFDE02_D7EF8B90.xml><?xml version="1.0" encoding="utf-8"?>
<p188:cmLst xmlns:a="http://schemas.openxmlformats.org/drawingml/2006/main" xmlns:r="http://schemas.openxmlformats.org/officeDocument/2006/relationships" xmlns:p188="http://schemas.microsoft.com/office/powerpoint/2018/8/main">
  <p188:cm id="{7756CFA3-EE74-4C88-8261-3528DB43B9C2}" authorId="{E8461A37-994E-7576-0067-75291389AA5A}" created="2025-06-30T08:45:12.186">
    <ac:deMkLst xmlns:ac="http://schemas.microsoft.com/office/drawing/2013/main/command">
      <pc:docMk xmlns:pc="http://schemas.microsoft.com/office/powerpoint/2013/main/command"/>
      <pc:sldMk xmlns:pc="http://schemas.microsoft.com/office/powerpoint/2013/main/command" cId="3622800272" sldId="2147474946"/>
      <ac:spMk id="6" creationId="{8DF06A4A-4FB8-BBEA-153E-CABF5BF14EE0}"/>
    </ac:deMkLst>
    <p188:txBody>
      <a:bodyPr/>
      <a:lstStyle/>
      <a:p>
        <a:r>
          <a:rPr lang="en-US"/>
          <a:t>Harpreet, Apurva /Jayaram.</a:t>
        </a:r>
      </a:p>
    </p188:txBody>
  </p188:cm>
</p188:cmLst>
</file>

<file path=ppt/comments/modernComment_7FFFDE03_89E38D72.xml><?xml version="1.0" encoding="utf-8"?>
<p188:cmLst xmlns:a="http://schemas.openxmlformats.org/drawingml/2006/main" xmlns:r="http://schemas.openxmlformats.org/officeDocument/2006/relationships" xmlns:p188="http://schemas.microsoft.com/office/powerpoint/2018/8/main">
  <p188:cm id="{173EF4EE-97A7-407F-A5C8-1EACA87F9BFD}" authorId="{E8461A37-994E-7576-0067-75291389AA5A}" created="2025-06-30T08:43:50.416">
    <ac:deMkLst xmlns:ac="http://schemas.microsoft.com/office/drawing/2013/main/command">
      <pc:docMk xmlns:pc="http://schemas.microsoft.com/office/powerpoint/2013/main/command"/>
      <pc:sldMk xmlns:pc="http://schemas.microsoft.com/office/powerpoint/2013/main/command" cId="2313391474" sldId="2147474947"/>
      <ac:spMk id="6" creationId="{642BD8F5-9FB4-E9DA-74AF-E02D711E039B}"/>
    </ac:deMkLst>
    <p188:txBody>
      <a:bodyPr/>
      <a:lstStyle/>
      <a:p>
        <a:r>
          <a:rPr lang="en-US"/>
          <a:t>Same as Flash/RAM.</a:t>
        </a:r>
      </a:p>
    </p188:txBody>
  </p188:cm>
</p188:cmLst>
</file>

<file path=ppt/comments/modernComment_7FFFDE04_77ADD0A1.xml><?xml version="1.0" encoding="utf-8"?>
<p188:cmLst xmlns:a="http://schemas.openxmlformats.org/drawingml/2006/main" xmlns:r="http://schemas.openxmlformats.org/officeDocument/2006/relationships" xmlns:p188="http://schemas.microsoft.com/office/powerpoint/2018/8/main">
  <p188:cm id="{6B9596C7-92E2-489C-B969-4F482A058F5A}" authorId="{E8461A37-994E-7576-0067-75291389AA5A}" created="2025-06-30T08:34:19.790">
    <pc:sldMkLst xmlns:pc="http://schemas.microsoft.com/office/powerpoint/2013/main/command">
      <pc:docMk/>
      <pc:sldMk cId="2007879841" sldId="2147474948"/>
    </pc:sldMkLst>
    <p188:replyLst>
      <p188:reply id="{2C2FFEB2-A235-4B77-97B8-73638F678055}" authorId="{E8461A37-994E-7576-0067-75291389AA5A}" created="2025-06-30T08:34:36.041">
        <p188:txBody>
          <a:bodyPr/>
          <a:lstStyle/>
          <a:p>
            <a:r>
              <a:rPr lang="en-US"/>
              <a:t>Find ownership of each bug. Akshay.</a:t>
            </a:r>
          </a:p>
        </p188:txBody>
      </p188:reply>
      <p188:reply id="{24610618-DCA4-4158-B357-09BF86957345}" authorId="{E8461A37-994E-7576-0067-75291389AA5A}" created="2025-06-30T08:38:57.883">
        <p188:txBody>
          <a:bodyPr/>
          <a:lstStyle/>
          <a:p>
            <a:r>
              <a:rPr lang="en-US"/>
              <a:t>Anoop for SW architecture. Thomas System Arch.</a:t>
            </a:r>
          </a:p>
        </p188:txBody>
      </p188:reply>
    </p188:replyLst>
    <p188:txBody>
      <a:bodyPr/>
      <a:lstStyle/>
      <a:p>
        <a:r>
          <a:rPr lang="en-US"/>
          <a:t>Nikhil and Dhaval.</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6B4792F-1C1F-0D17-7AA4-5C5020823D8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97D83F5-344D-BAE4-C8A2-71BA3CC5E41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DF5385-C229-4E76-AB53-F96E0BF89089}" type="datetimeFigureOut">
              <a:rPr lang="en-US" smtClean="0"/>
              <a:t>11/17/2025</a:t>
            </a:fld>
            <a:endParaRPr lang="en-US" dirty="0"/>
          </a:p>
        </p:txBody>
      </p:sp>
      <p:sp>
        <p:nvSpPr>
          <p:cNvPr id="4" name="Footer Placeholder 3">
            <a:extLst>
              <a:ext uri="{FF2B5EF4-FFF2-40B4-BE49-F238E27FC236}">
                <a16:creationId xmlns:a16="http://schemas.microsoft.com/office/drawing/2014/main" id="{99E43308-3D00-ED32-3882-ECB453AF02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3047575-0E03-09FC-41EA-B8C221864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0760E2-E849-4EFC-A610-8FAC19CC5578}" type="slidenum">
              <a:rPr lang="en-US" smtClean="0"/>
              <a:t>‹#›</a:t>
            </a:fld>
            <a:endParaRPr lang="en-US" dirty="0"/>
          </a:p>
        </p:txBody>
      </p:sp>
    </p:spTree>
    <p:extLst>
      <p:ext uri="{BB962C8B-B14F-4D97-AF65-F5344CB8AC3E}">
        <p14:creationId xmlns:p14="http://schemas.microsoft.com/office/powerpoint/2010/main" val="20661069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03831C-DEBA-4A3A-8C36-FD8115E217DA}" type="datetimeFigureOut">
              <a:rPr lang="en-US" smtClean="0"/>
              <a:t>11/17/2025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D4EF5B-ECC8-43EE-A509-D601DDF42AD0}" type="slidenum">
              <a:rPr lang="en-US" smtClean="0"/>
              <a:t>‹#›</a:t>
            </a:fld>
            <a:endParaRPr lang="en-US" dirty="0"/>
          </a:p>
        </p:txBody>
      </p:sp>
    </p:spTree>
    <p:extLst>
      <p:ext uri="{BB962C8B-B14F-4D97-AF65-F5344CB8AC3E}">
        <p14:creationId xmlns:p14="http://schemas.microsoft.com/office/powerpoint/2010/main" val="2115180439"/>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1B9615-9050-483D-911C-F514DC410090}" type="slidenum">
              <a:rPr lang="en-US" smtClean="0"/>
              <a:t>21</a:t>
            </a:fld>
            <a:endParaRPr lang="en-US"/>
          </a:p>
        </p:txBody>
      </p:sp>
    </p:spTree>
    <p:extLst>
      <p:ext uri="{BB962C8B-B14F-4D97-AF65-F5344CB8AC3E}">
        <p14:creationId xmlns:p14="http://schemas.microsoft.com/office/powerpoint/2010/main" val="14310488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1B9615-9050-483D-911C-F514DC410090}" type="slidenum">
              <a:rPr lang="en-US" smtClean="0"/>
              <a:t>22</a:t>
            </a:fld>
            <a:endParaRPr lang="en-US"/>
          </a:p>
        </p:txBody>
      </p:sp>
    </p:spTree>
    <p:extLst>
      <p:ext uri="{BB962C8B-B14F-4D97-AF65-F5344CB8AC3E}">
        <p14:creationId xmlns:p14="http://schemas.microsoft.com/office/powerpoint/2010/main" val="360828531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7.sv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7.sv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7.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2.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jpe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2.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jpe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2.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7.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jpe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7.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9.jpe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7.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1 Blank">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D4E9A04A-3145-3809-19A7-33EF3021A9A7}"/>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 name="TextBox 1">
            <a:extLst>
              <a:ext uri="{FF2B5EF4-FFF2-40B4-BE49-F238E27FC236}">
                <a16:creationId xmlns:a16="http://schemas.microsoft.com/office/drawing/2014/main" id="{0FF79836-BBB3-F465-E1C5-425AB4A83E4B}"/>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cxnSp>
        <p:nvCxnSpPr>
          <p:cNvPr id="4" name="Straight Connector 3">
            <a:extLst>
              <a:ext uri="{FF2B5EF4-FFF2-40B4-BE49-F238E27FC236}">
                <a16:creationId xmlns:a16="http://schemas.microsoft.com/office/drawing/2014/main" id="{E5C3DF80-A3E4-DDDB-D584-7BEE3A84C96D}"/>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10" name="Footer Placeholder 2">
            <a:extLst>
              <a:ext uri="{FF2B5EF4-FFF2-40B4-BE49-F238E27FC236}">
                <a16:creationId xmlns:a16="http://schemas.microsoft.com/office/drawing/2014/main" id="{16E76675-E286-0D90-FB5C-6C963712349E}"/>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tx1"/>
                </a:solidFill>
              </a:defRPr>
            </a:lvl1pPr>
          </a:lstStyle>
          <a:p>
            <a:r>
              <a:rPr lang="en-US" dirty="0"/>
              <a:t>Apply a document ID (if applicable).</a:t>
            </a:r>
          </a:p>
        </p:txBody>
      </p:sp>
      <p:pic>
        <p:nvPicPr>
          <p:cNvPr id="5" name="Graphic 4" descr="Nokia Logo">
            <a:extLst>
              <a:ext uri="{FF2B5EF4-FFF2-40B4-BE49-F238E27FC236}">
                <a16:creationId xmlns:a16="http://schemas.microsoft.com/office/drawing/2014/main" id="{E5F6DF56-1BC2-2F0B-C57B-C1D817B14910}"/>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1731604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2 Title">
    <p:spTree>
      <p:nvGrpSpPr>
        <p:cNvPr id="1" name=""/>
        <p:cNvGrpSpPr/>
        <p:nvPr/>
      </p:nvGrpSpPr>
      <p:grpSpPr>
        <a:xfrm>
          <a:off x="0" y="0"/>
          <a:ext cx="0" cy="0"/>
          <a:chOff x="0" y="0"/>
          <a:chExt cx="0" cy="0"/>
        </a:xfrm>
      </p:grpSpPr>
      <p:sp>
        <p:nvSpPr>
          <p:cNvPr id="9" name="Title 4">
            <a:extLst>
              <a:ext uri="{FF2B5EF4-FFF2-40B4-BE49-F238E27FC236}">
                <a16:creationId xmlns:a16="http://schemas.microsoft.com/office/drawing/2014/main" id="{321756D8-5A9F-1C22-A89A-EF8B18E34D38}"/>
              </a:ext>
            </a:extLst>
          </p:cNvPr>
          <p:cNvSpPr>
            <a:spLocks noGrp="1"/>
          </p:cNvSpPr>
          <p:nvPr>
            <p:ph type="title" hasCustomPrompt="1"/>
          </p:nvPr>
        </p:nvSpPr>
        <p:spPr>
          <a:xfrm>
            <a:off x="417531" y="396000"/>
            <a:ext cx="83088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accent1"/>
                </a:solidFill>
                <a:latin typeface="+mj-lt"/>
                <a:ea typeface="+mn-ea"/>
                <a:cs typeface="+mn-cs"/>
              </a:defRPr>
            </a:lvl1pPr>
          </a:lstStyle>
          <a:p>
            <a:r>
              <a:rPr lang="en-US"/>
              <a:t>Click to edit headline</a:t>
            </a:r>
          </a:p>
        </p:txBody>
      </p:sp>
      <p:sp>
        <p:nvSpPr>
          <p:cNvPr id="10" name="Text Placeholder 5">
            <a:extLst>
              <a:ext uri="{FF2B5EF4-FFF2-40B4-BE49-F238E27FC236}">
                <a16:creationId xmlns:a16="http://schemas.microsoft.com/office/drawing/2014/main" id="{1DC3DC6D-C5E2-32BD-7037-4112346E9BA5}"/>
              </a:ext>
            </a:extLst>
          </p:cNvPr>
          <p:cNvSpPr>
            <a:spLocks noGrp="1"/>
          </p:cNvSpPr>
          <p:nvPr>
            <p:ph type="body" sz="quarter" idx="10" hasCustomPrompt="1"/>
          </p:nvPr>
        </p:nvSpPr>
        <p:spPr>
          <a:xfrm>
            <a:off x="417599" y="763200"/>
            <a:ext cx="8308800" cy="342000"/>
          </a:xfrm>
          <a:prstGeom prst="rect">
            <a:avLst/>
          </a:prstGeom>
        </p:spPr>
        <p:txBody>
          <a:bodyPr lIns="0" tIns="0" rIns="0" bIns="0"/>
          <a:lstStyle>
            <a:lvl1pPr marL="0" indent="0">
              <a:lnSpc>
                <a:spcPct val="100000"/>
              </a:lnSpc>
              <a:spcBef>
                <a:spcPts val="0"/>
              </a:spcBef>
              <a:buNone/>
              <a:defRPr sz="1800">
                <a:solidFill>
                  <a:schemeClr val="tx1"/>
                </a:solidFill>
                <a:latin typeface="+mj-lt"/>
              </a:defRPr>
            </a:lvl1pPr>
          </a:lstStyle>
          <a:p>
            <a:pPr lvl="0"/>
            <a:r>
              <a:rPr lang="en-US"/>
              <a:t>Click to edit Sub headline</a:t>
            </a:r>
          </a:p>
        </p:txBody>
      </p:sp>
      <p:sp>
        <p:nvSpPr>
          <p:cNvPr id="14" name="Slide Number Placeholder 5">
            <a:extLst>
              <a:ext uri="{FF2B5EF4-FFF2-40B4-BE49-F238E27FC236}">
                <a16:creationId xmlns:a16="http://schemas.microsoft.com/office/drawing/2014/main" id="{AB509751-E824-3979-F221-A742B654E0CF}"/>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3" name="TextBox 12">
            <a:extLst>
              <a:ext uri="{FF2B5EF4-FFF2-40B4-BE49-F238E27FC236}">
                <a16:creationId xmlns:a16="http://schemas.microsoft.com/office/drawing/2014/main" id="{7F7DE4C9-FBB8-8A4B-2DB4-4E815C009D58}"/>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cxnSp>
        <p:nvCxnSpPr>
          <p:cNvPr id="5" name="Straight Connector 4">
            <a:extLst>
              <a:ext uri="{FF2B5EF4-FFF2-40B4-BE49-F238E27FC236}">
                <a16:creationId xmlns:a16="http://schemas.microsoft.com/office/drawing/2014/main" id="{C1EF9D7C-B9BF-ACBC-3985-F2E252AED7C1}"/>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16" name="Footer Placeholder 2">
            <a:extLst>
              <a:ext uri="{FF2B5EF4-FFF2-40B4-BE49-F238E27FC236}">
                <a16:creationId xmlns:a16="http://schemas.microsoft.com/office/drawing/2014/main" id="{EDDFD53A-DF6B-C791-DBA9-4B63437DA8D3}"/>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tx1"/>
                </a:solidFill>
              </a:defRPr>
            </a:lvl1pPr>
          </a:lstStyle>
          <a:p>
            <a:r>
              <a:rPr lang="en-US" dirty="0"/>
              <a:t>Apply a document ID (if applicable).</a:t>
            </a:r>
          </a:p>
        </p:txBody>
      </p:sp>
      <p:pic>
        <p:nvPicPr>
          <p:cNvPr id="3" name="Graphic 2" descr="Nokia Logo">
            <a:extLst>
              <a:ext uri="{FF2B5EF4-FFF2-40B4-BE49-F238E27FC236}">
                <a16:creationId xmlns:a16="http://schemas.microsoft.com/office/drawing/2014/main" id="{4438E2DC-AC73-500B-8973-5546E8717894}"/>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2169206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3 Text">
    <p:spTree>
      <p:nvGrpSpPr>
        <p:cNvPr id="1" name=""/>
        <p:cNvGrpSpPr/>
        <p:nvPr/>
      </p:nvGrpSpPr>
      <p:grpSpPr>
        <a:xfrm>
          <a:off x="0" y="0"/>
          <a:ext cx="0" cy="0"/>
          <a:chOff x="0" y="0"/>
          <a:chExt cx="0" cy="0"/>
        </a:xfrm>
      </p:grpSpPr>
      <p:sp>
        <p:nvSpPr>
          <p:cNvPr id="14" name="Title 4">
            <a:extLst>
              <a:ext uri="{FF2B5EF4-FFF2-40B4-BE49-F238E27FC236}">
                <a16:creationId xmlns:a16="http://schemas.microsoft.com/office/drawing/2014/main" id="{66B08DCF-1DB4-720A-452A-F597CB7BA5BB}"/>
              </a:ext>
            </a:extLst>
          </p:cNvPr>
          <p:cNvSpPr>
            <a:spLocks noGrp="1"/>
          </p:cNvSpPr>
          <p:nvPr>
            <p:ph type="title" hasCustomPrompt="1"/>
          </p:nvPr>
        </p:nvSpPr>
        <p:spPr>
          <a:xfrm>
            <a:off x="417531" y="396000"/>
            <a:ext cx="83088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accent1"/>
                </a:solidFill>
                <a:latin typeface="+mj-lt"/>
                <a:ea typeface="+mn-ea"/>
                <a:cs typeface="+mn-cs"/>
              </a:defRPr>
            </a:lvl1pPr>
          </a:lstStyle>
          <a:p>
            <a:r>
              <a:rPr lang="en-US"/>
              <a:t>Click to edit headline</a:t>
            </a:r>
          </a:p>
        </p:txBody>
      </p:sp>
      <p:sp>
        <p:nvSpPr>
          <p:cNvPr id="15" name="Text Placeholder 5">
            <a:extLst>
              <a:ext uri="{FF2B5EF4-FFF2-40B4-BE49-F238E27FC236}">
                <a16:creationId xmlns:a16="http://schemas.microsoft.com/office/drawing/2014/main" id="{710571FD-4027-76D7-14A7-8C7029D71E0D}"/>
              </a:ext>
            </a:extLst>
          </p:cNvPr>
          <p:cNvSpPr>
            <a:spLocks noGrp="1"/>
          </p:cNvSpPr>
          <p:nvPr>
            <p:ph type="body" sz="quarter" idx="10" hasCustomPrompt="1"/>
          </p:nvPr>
        </p:nvSpPr>
        <p:spPr>
          <a:xfrm>
            <a:off x="417599" y="763200"/>
            <a:ext cx="8308800" cy="342000"/>
          </a:xfrm>
          <a:prstGeom prst="rect">
            <a:avLst/>
          </a:prstGeom>
        </p:spPr>
        <p:txBody>
          <a:bodyPr lIns="0" tIns="0" rIns="0" bIns="0"/>
          <a:lstStyle>
            <a:lvl1pPr marL="0" indent="0">
              <a:lnSpc>
                <a:spcPct val="100000"/>
              </a:lnSpc>
              <a:spcBef>
                <a:spcPts val="0"/>
              </a:spcBef>
              <a:buNone/>
              <a:defRPr sz="1800">
                <a:solidFill>
                  <a:schemeClr val="tx1"/>
                </a:solidFill>
                <a:latin typeface="+mj-lt"/>
              </a:defRPr>
            </a:lvl1pPr>
          </a:lstStyle>
          <a:p>
            <a:pPr lvl="0"/>
            <a:r>
              <a:rPr lang="en-US"/>
              <a:t>Click to edit Sub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8308800" cy="3118980"/>
          </a:xfrm>
          <a:prstGeom prst="rect">
            <a:avLst/>
          </a:prstGeom>
        </p:spPr>
        <p:txBody>
          <a:bodyPr lIns="0" tIns="0" rIns="0" bIns="0"/>
          <a:lstStyle>
            <a:lvl1pPr marL="0" indent="0">
              <a:lnSpc>
                <a:spcPct val="100000"/>
              </a:lnSpc>
              <a:spcBef>
                <a:spcPts val="0"/>
              </a:spcBef>
              <a:spcAft>
                <a:spcPts val="600"/>
              </a:spcAft>
              <a:buSzPct val="70000"/>
              <a:buNone/>
              <a:defRPr sz="1200">
                <a:solidFill>
                  <a:schemeClr val="tx1"/>
                </a:solidFill>
              </a:defRPr>
            </a:lvl1pPr>
            <a:lvl2pPr marL="180000" indent="0">
              <a:lnSpc>
                <a:spcPct val="100000"/>
              </a:lnSpc>
              <a:spcBef>
                <a:spcPts val="0"/>
              </a:spcBef>
              <a:spcAft>
                <a:spcPts val="600"/>
              </a:spcAft>
              <a:buSzPct val="70000"/>
              <a:buNone/>
              <a:defRPr sz="1200">
                <a:solidFill>
                  <a:schemeClr val="tx1"/>
                </a:solidFill>
              </a:defRPr>
            </a:lvl2pPr>
            <a:lvl3pPr marL="360000" indent="0">
              <a:lnSpc>
                <a:spcPct val="100000"/>
              </a:lnSpc>
              <a:spcBef>
                <a:spcPts val="0"/>
              </a:spcBef>
              <a:spcAft>
                <a:spcPts val="600"/>
              </a:spcAft>
              <a:buSzPct val="70000"/>
              <a:buNone/>
              <a:defRPr sz="1200">
                <a:solidFill>
                  <a:schemeClr val="tx1"/>
                </a:solidFill>
              </a:defRPr>
            </a:lvl3pPr>
            <a:lvl4pPr marL="540000" indent="0">
              <a:lnSpc>
                <a:spcPct val="100000"/>
              </a:lnSpc>
              <a:spcBef>
                <a:spcPts val="0"/>
              </a:spcBef>
              <a:spcAft>
                <a:spcPts val="600"/>
              </a:spcAft>
              <a:buSzPct val="70000"/>
              <a:buNone/>
              <a:defRPr sz="1200">
                <a:solidFill>
                  <a:schemeClr val="tx1"/>
                </a:solidFill>
              </a:defRPr>
            </a:lvl4pPr>
            <a:lvl5pPr marL="720000" indent="0">
              <a:lnSpc>
                <a:spcPct val="100000"/>
              </a:lnSpc>
              <a:spcBef>
                <a:spcPts val="0"/>
              </a:spcBef>
              <a:spcAft>
                <a:spcPts val="600"/>
              </a:spcAft>
              <a:buSzPct val="70000"/>
              <a:buNone/>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a:extLst>
              <a:ext uri="{FF2B5EF4-FFF2-40B4-BE49-F238E27FC236}">
                <a16:creationId xmlns:a16="http://schemas.microsoft.com/office/drawing/2014/main" id="{4FF66938-CF4B-D097-1BC6-18EB230030F4}"/>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0" name="TextBox 9">
            <a:extLst>
              <a:ext uri="{FF2B5EF4-FFF2-40B4-BE49-F238E27FC236}">
                <a16:creationId xmlns:a16="http://schemas.microsoft.com/office/drawing/2014/main" id="{D706B219-6557-5951-F467-43B768A9C96C}"/>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cxnSp>
        <p:nvCxnSpPr>
          <p:cNvPr id="7" name="Straight Connector 6">
            <a:extLst>
              <a:ext uri="{FF2B5EF4-FFF2-40B4-BE49-F238E27FC236}">
                <a16:creationId xmlns:a16="http://schemas.microsoft.com/office/drawing/2014/main" id="{02EA5319-09BC-9987-CAC8-EA3BDB3403DE}"/>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13" name="Footer Placeholder 2">
            <a:extLst>
              <a:ext uri="{FF2B5EF4-FFF2-40B4-BE49-F238E27FC236}">
                <a16:creationId xmlns:a16="http://schemas.microsoft.com/office/drawing/2014/main" id="{FEE177B5-71D7-398C-03E7-932A701525D8}"/>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tx1"/>
                </a:solidFill>
              </a:defRPr>
            </a:lvl1pPr>
          </a:lstStyle>
          <a:p>
            <a:r>
              <a:rPr lang="en-US" dirty="0"/>
              <a:t>Apply a document ID (if applicable).</a:t>
            </a:r>
          </a:p>
        </p:txBody>
      </p:sp>
      <p:pic>
        <p:nvPicPr>
          <p:cNvPr id="2" name="Graphic 1" descr="Nokia Logo">
            <a:extLst>
              <a:ext uri="{FF2B5EF4-FFF2-40B4-BE49-F238E27FC236}">
                <a16:creationId xmlns:a16="http://schemas.microsoft.com/office/drawing/2014/main" id="{96C23372-1538-FB18-2416-BA5B684987F2}"/>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3957089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4 Bulletpoint text 1 col">
    <p:spTree>
      <p:nvGrpSpPr>
        <p:cNvPr id="1" name=""/>
        <p:cNvGrpSpPr/>
        <p:nvPr/>
      </p:nvGrpSpPr>
      <p:grpSpPr>
        <a:xfrm>
          <a:off x="0" y="0"/>
          <a:ext cx="0" cy="0"/>
          <a:chOff x="0" y="0"/>
          <a:chExt cx="0" cy="0"/>
        </a:xfrm>
      </p:grpSpPr>
      <p:sp>
        <p:nvSpPr>
          <p:cNvPr id="14" name="Title 4">
            <a:extLst>
              <a:ext uri="{FF2B5EF4-FFF2-40B4-BE49-F238E27FC236}">
                <a16:creationId xmlns:a16="http://schemas.microsoft.com/office/drawing/2014/main" id="{BC890568-C3A4-9412-84D4-91BFC2DF56E3}"/>
              </a:ext>
            </a:extLst>
          </p:cNvPr>
          <p:cNvSpPr>
            <a:spLocks noGrp="1"/>
          </p:cNvSpPr>
          <p:nvPr>
            <p:ph type="title" hasCustomPrompt="1"/>
          </p:nvPr>
        </p:nvSpPr>
        <p:spPr>
          <a:xfrm>
            <a:off x="417531" y="396000"/>
            <a:ext cx="83088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accent1"/>
                </a:solidFill>
                <a:latin typeface="+mj-lt"/>
                <a:ea typeface="+mn-ea"/>
                <a:cs typeface="+mn-cs"/>
              </a:defRPr>
            </a:lvl1pPr>
          </a:lstStyle>
          <a:p>
            <a:r>
              <a:rPr lang="en-US"/>
              <a:t>Click to edit headline</a:t>
            </a:r>
          </a:p>
        </p:txBody>
      </p:sp>
      <p:sp>
        <p:nvSpPr>
          <p:cNvPr id="15" name="Text Placeholder 5">
            <a:extLst>
              <a:ext uri="{FF2B5EF4-FFF2-40B4-BE49-F238E27FC236}">
                <a16:creationId xmlns:a16="http://schemas.microsoft.com/office/drawing/2014/main" id="{CA3227FE-6468-9FF9-286E-688D20A40EF4}"/>
              </a:ext>
            </a:extLst>
          </p:cNvPr>
          <p:cNvSpPr>
            <a:spLocks noGrp="1"/>
          </p:cNvSpPr>
          <p:nvPr>
            <p:ph type="body" sz="quarter" idx="10" hasCustomPrompt="1"/>
          </p:nvPr>
        </p:nvSpPr>
        <p:spPr>
          <a:xfrm>
            <a:off x="417599" y="763200"/>
            <a:ext cx="8308800" cy="342000"/>
          </a:xfrm>
          <a:prstGeom prst="rect">
            <a:avLst/>
          </a:prstGeom>
        </p:spPr>
        <p:txBody>
          <a:bodyPr lIns="0" tIns="0" rIns="0" bIns="0"/>
          <a:lstStyle>
            <a:lvl1pPr marL="0" indent="0">
              <a:lnSpc>
                <a:spcPct val="100000"/>
              </a:lnSpc>
              <a:spcBef>
                <a:spcPts val="0"/>
              </a:spcBef>
              <a:buNone/>
              <a:defRPr sz="1800">
                <a:solidFill>
                  <a:schemeClr val="tx1"/>
                </a:solidFill>
                <a:latin typeface="+mj-lt"/>
              </a:defRPr>
            </a:lvl1pPr>
          </a:lstStyle>
          <a:p>
            <a:pPr lvl="0"/>
            <a:r>
              <a:rPr lang="en-US"/>
              <a:t>Click to edit Sub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83088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1"/>
                </a:solidFill>
              </a:defRPr>
            </a:lvl1pPr>
            <a:lvl2pPr marL="360000" indent="-180000">
              <a:lnSpc>
                <a:spcPct val="100000"/>
              </a:lnSpc>
              <a:spcBef>
                <a:spcPts val="0"/>
              </a:spcBef>
              <a:spcAft>
                <a:spcPts val="600"/>
              </a:spcAft>
              <a:buSzPct val="70000"/>
              <a:defRPr sz="1200">
                <a:solidFill>
                  <a:schemeClr val="tx1"/>
                </a:solidFill>
              </a:defRPr>
            </a:lvl2pPr>
            <a:lvl3pPr marL="540000" indent="-180000">
              <a:lnSpc>
                <a:spcPct val="100000"/>
              </a:lnSpc>
              <a:spcBef>
                <a:spcPts val="0"/>
              </a:spcBef>
              <a:spcAft>
                <a:spcPts val="600"/>
              </a:spcAft>
              <a:buSzPct val="70000"/>
              <a:defRPr sz="1200">
                <a:solidFill>
                  <a:schemeClr val="tx1"/>
                </a:solidFill>
              </a:defRPr>
            </a:lvl3pPr>
            <a:lvl4pPr marL="720000" indent="-180000">
              <a:lnSpc>
                <a:spcPct val="100000"/>
              </a:lnSpc>
              <a:spcBef>
                <a:spcPts val="0"/>
              </a:spcBef>
              <a:spcAft>
                <a:spcPts val="600"/>
              </a:spcAft>
              <a:buSzPct val="70000"/>
              <a:defRPr lang="en-US" sz="1200" kern="1200" dirty="0">
                <a:solidFill>
                  <a:schemeClr val="tx1"/>
                </a:solidFill>
                <a:latin typeface="+mn-lt"/>
                <a:ea typeface="+mn-ea"/>
                <a:cs typeface="+mn-cs"/>
              </a:defRPr>
            </a:lvl4pPr>
            <a:lvl5pPr marL="900000" indent="-180000">
              <a:lnSpc>
                <a:spcPct val="100000"/>
              </a:lnSpc>
              <a:spcBef>
                <a:spcPts val="0"/>
              </a:spcBef>
              <a:spcAft>
                <a:spcPts val="600"/>
              </a:spcAft>
              <a:buSzPct val="70000"/>
              <a:defRPr sz="1200">
                <a:solidFill>
                  <a:schemeClr val="tx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C76EFBCA-F2A9-DB62-4D3E-60E897B89B5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 name="TextBox 1">
            <a:extLst>
              <a:ext uri="{FF2B5EF4-FFF2-40B4-BE49-F238E27FC236}">
                <a16:creationId xmlns:a16="http://schemas.microsoft.com/office/drawing/2014/main" id="{FD95910B-6C91-D297-584C-3D1533AECBE8}"/>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cxnSp>
        <p:nvCxnSpPr>
          <p:cNvPr id="11" name="Straight Connector 10">
            <a:extLst>
              <a:ext uri="{FF2B5EF4-FFF2-40B4-BE49-F238E27FC236}">
                <a16:creationId xmlns:a16="http://schemas.microsoft.com/office/drawing/2014/main" id="{050898E8-3EA0-DF94-8725-EB617F3DE24F}"/>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9" name="Footer Placeholder 2">
            <a:extLst>
              <a:ext uri="{FF2B5EF4-FFF2-40B4-BE49-F238E27FC236}">
                <a16:creationId xmlns:a16="http://schemas.microsoft.com/office/drawing/2014/main" id="{7D61FF18-0BA2-46E4-85DF-332117D12378}"/>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tx1"/>
                </a:solidFill>
              </a:defRPr>
            </a:lvl1pPr>
          </a:lstStyle>
          <a:p>
            <a:r>
              <a:rPr lang="en-US" dirty="0"/>
              <a:t>Apply a document ID (if applicable).</a:t>
            </a:r>
          </a:p>
        </p:txBody>
      </p:sp>
      <p:pic>
        <p:nvPicPr>
          <p:cNvPr id="10" name="Graphic 9" descr="Nokia Logo">
            <a:extLst>
              <a:ext uri="{FF2B5EF4-FFF2-40B4-BE49-F238E27FC236}">
                <a16:creationId xmlns:a16="http://schemas.microsoft.com/office/drawing/2014/main" id="{4B9A6F0D-F016-F84E-EFD2-D2B1590A8806}"/>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35810542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5 Bulletpoint text 2 col">
    <p:spTree>
      <p:nvGrpSpPr>
        <p:cNvPr id="1" name=""/>
        <p:cNvGrpSpPr/>
        <p:nvPr/>
      </p:nvGrpSpPr>
      <p:grpSpPr>
        <a:xfrm>
          <a:off x="0" y="0"/>
          <a:ext cx="0" cy="0"/>
          <a:chOff x="0" y="0"/>
          <a:chExt cx="0" cy="0"/>
        </a:xfrm>
      </p:grpSpPr>
      <p:sp>
        <p:nvSpPr>
          <p:cNvPr id="15" name="Title 4">
            <a:extLst>
              <a:ext uri="{FF2B5EF4-FFF2-40B4-BE49-F238E27FC236}">
                <a16:creationId xmlns:a16="http://schemas.microsoft.com/office/drawing/2014/main" id="{3680CF7D-508D-6A1E-7BA8-455DE3AB04D1}"/>
              </a:ext>
            </a:extLst>
          </p:cNvPr>
          <p:cNvSpPr>
            <a:spLocks noGrp="1"/>
          </p:cNvSpPr>
          <p:nvPr>
            <p:ph type="title" hasCustomPrompt="1"/>
          </p:nvPr>
        </p:nvSpPr>
        <p:spPr>
          <a:xfrm>
            <a:off x="417531" y="396000"/>
            <a:ext cx="83088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accent1"/>
                </a:solidFill>
                <a:latin typeface="+mj-lt"/>
                <a:ea typeface="+mn-ea"/>
                <a:cs typeface="+mn-cs"/>
              </a:defRPr>
            </a:lvl1pPr>
          </a:lstStyle>
          <a:p>
            <a:r>
              <a:rPr lang="en-US"/>
              <a:t>Click to edit headline</a:t>
            </a:r>
          </a:p>
        </p:txBody>
      </p:sp>
      <p:sp>
        <p:nvSpPr>
          <p:cNvPr id="16" name="Text Placeholder 5">
            <a:extLst>
              <a:ext uri="{FF2B5EF4-FFF2-40B4-BE49-F238E27FC236}">
                <a16:creationId xmlns:a16="http://schemas.microsoft.com/office/drawing/2014/main" id="{364BF77D-3FDD-4087-FCB6-140F4D1E4690}"/>
              </a:ext>
            </a:extLst>
          </p:cNvPr>
          <p:cNvSpPr>
            <a:spLocks noGrp="1"/>
          </p:cNvSpPr>
          <p:nvPr>
            <p:ph type="body" sz="quarter" idx="10" hasCustomPrompt="1"/>
          </p:nvPr>
        </p:nvSpPr>
        <p:spPr>
          <a:xfrm>
            <a:off x="417599" y="763200"/>
            <a:ext cx="8308800" cy="342000"/>
          </a:xfrm>
          <a:prstGeom prst="rect">
            <a:avLst/>
          </a:prstGeom>
        </p:spPr>
        <p:txBody>
          <a:bodyPr lIns="0" tIns="0" rIns="0" bIns="0"/>
          <a:lstStyle>
            <a:lvl1pPr marL="0" indent="0">
              <a:lnSpc>
                <a:spcPct val="100000"/>
              </a:lnSpc>
              <a:spcBef>
                <a:spcPts val="0"/>
              </a:spcBef>
              <a:buNone/>
              <a:defRPr sz="1800">
                <a:solidFill>
                  <a:schemeClr val="tx1"/>
                </a:solidFill>
                <a:latin typeface="+mj-lt"/>
              </a:defRPr>
            </a:lvl1pPr>
          </a:lstStyle>
          <a:p>
            <a:pPr lvl="0"/>
            <a:r>
              <a:rPr lang="en-US"/>
              <a:t>Click to edit Sub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4068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1"/>
                </a:solidFill>
              </a:defRPr>
            </a:lvl1pPr>
            <a:lvl2pPr marL="360000" indent="-180000">
              <a:lnSpc>
                <a:spcPct val="100000"/>
              </a:lnSpc>
              <a:spcBef>
                <a:spcPts val="0"/>
              </a:spcBef>
              <a:spcAft>
                <a:spcPts val="600"/>
              </a:spcAft>
              <a:buSzPct val="70000"/>
              <a:defRPr sz="1200">
                <a:solidFill>
                  <a:schemeClr val="tx1"/>
                </a:solidFill>
              </a:defRPr>
            </a:lvl2pPr>
            <a:lvl3pPr marL="540000" indent="-180000">
              <a:lnSpc>
                <a:spcPct val="100000"/>
              </a:lnSpc>
              <a:spcBef>
                <a:spcPts val="0"/>
              </a:spcBef>
              <a:spcAft>
                <a:spcPts val="600"/>
              </a:spcAft>
              <a:buSzPct val="70000"/>
              <a:defRPr sz="1200">
                <a:solidFill>
                  <a:schemeClr val="tx1"/>
                </a:solidFill>
              </a:defRPr>
            </a:lvl3pPr>
            <a:lvl4pPr marL="720000" indent="-180000">
              <a:lnSpc>
                <a:spcPct val="100000"/>
              </a:lnSpc>
              <a:spcBef>
                <a:spcPts val="0"/>
              </a:spcBef>
              <a:spcAft>
                <a:spcPts val="600"/>
              </a:spcAft>
              <a:buSzPct val="70000"/>
              <a:defRPr lang="en-US" sz="1200" kern="1200" dirty="0">
                <a:solidFill>
                  <a:schemeClr val="tx1"/>
                </a:solidFill>
                <a:latin typeface="+mn-lt"/>
                <a:ea typeface="+mn-ea"/>
                <a:cs typeface="+mn-cs"/>
              </a:defRPr>
            </a:lvl4pPr>
            <a:lvl5pPr marL="900000" indent="-180000">
              <a:lnSpc>
                <a:spcPct val="100000"/>
              </a:lnSpc>
              <a:spcBef>
                <a:spcPts val="0"/>
              </a:spcBef>
              <a:spcAft>
                <a:spcPts val="600"/>
              </a:spcAft>
              <a:buSzPct val="70000"/>
              <a:defRPr sz="1200">
                <a:solidFill>
                  <a:schemeClr val="tx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12">
            <a:extLst>
              <a:ext uri="{FF2B5EF4-FFF2-40B4-BE49-F238E27FC236}">
                <a16:creationId xmlns:a16="http://schemas.microsoft.com/office/drawing/2014/main" id="{57FF8C70-8D9A-A91A-9AA2-5BAED4E5562B}"/>
              </a:ext>
            </a:extLst>
          </p:cNvPr>
          <p:cNvSpPr>
            <a:spLocks noGrp="1"/>
          </p:cNvSpPr>
          <p:nvPr>
            <p:ph type="body" sz="quarter" idx="16"/>
          </p:nvPr>
        </p:nvSpPr>
        <p:spPr>
          <a:xfrm>
            <a:off x="4658664" y="1260000"/>
            <a:ext cx="4068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1"/>
                </a:solidFill>
              </a:defRPr>
            </a:lvl1pPr>
            <a:lvl2pPr marL="360000" indent="-180000">
              <a:lnSpc>
                <a:spcPct val="100000"/>
              </a:lnSpc>
              <a:spcBef>
                <a:spcPts val="0"/>
              </a:spcBef>
              <a:spcAft>
                <a:spcPts val="600"/>
              </a:spcAft>
              <a:buSzPct val="70000"/>
              <a:defRPr sz="1200">
                <a:solidFill>
                  <a:schemeClr val="tx1"/>
                </a:solidFill>
              </a:defRPr>
            </a:lvl2pPr>
            <a:lvl3pPr marL="540000" indent="-180000">
              <a:lnSpc>
                <a:spcPct val="100000"/>
              </a:lnSpc>
              <a:spcBef>
                <a:spcPts val="0"/>
              </a:spcBef>
              <a:spcAft>
                <a:spcPts val="600"/>
              </a:spcAft>
              <a:buSzPct val="70000"/>
              <a:defRPr sz="1200">
                <a:solidFill>
                  <a:schemeClr val="tx1"/>
                </a:solidFill>
              </a:defRPr>
            </a:lvl3pPr>
            <a:lvl4pPr marL="720000" indent="-180000">
              <a:lnSpc>
                <a:spcPct val="100000"/>
              </a:lnSpc>
              <a:spcBef>
                <a:spcPts val="0"/>
              </a:spcBef>
              <a:spcAft>
                <a:spcPts val="600"/>
              </a:spcAft>
              <a:buSzPct val="70000"/>
              <a:defRPr lang="en-US" sz="1200" kern="1200" dirty="0">
                <a:solidFill>
                  <a:schemeClr val="tx1"/>
                </a:solidFill>
                <a:latin typeface="+mn-lt"/>
                <a:ea typeface="+mn-ea"/>
                <a:cs typeface="+mn-cs"/>
              </a:defRPr>
            </a:lvl4pPr>
            <a:lvl5pPr marL="900000" indent="-180000">
              <a:lnSpc>
                <a:spcPct val="100000"/>
              </a:lnSpc>
              <a:spcBef>
                <a:spcPts val="0"/>
              </a:spcBef>
              <a:spcAft>
                <a:spcPts val="600"/>
              </a:spcAft>
              <a:buSzPct val="70000"/>
              <a:defRPr sz="1200">
                <a:solidFill>
                  <a:schemeClr val="tx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a:extLst>
              <a:ext uri="{FF2B5EF4-FFF2-40B4-BE49-F238E27FC236}">
                <a16:creationId xmlns:a16="http://schemas.microsoft.com/office/drawing/2014/main" id="{CED75580-5FAF-E6C5-DFED-1F462D82E3A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 name="TextBox 1">
            <a:extLst>
              <a:ext uri="{FF2B5EF4-FFF2-40B4-BE49-F238E27FC236}">
                <a16:creationId xmlns:a16="http://schemas.microsoft.com/office/drawing/2014/main" id="{E3A67328-00EF-5713-CA06-6BF95B775913}"/>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cxnSp>
        <p:nvCxnSpPr>
          <p:cNvPr id="12" name="Straight Connector 11">
            <a:extLst>
              <a:ext uri="{FF2B5EF4-FFF2-40B4-BE49-F238E27FC236}">
                <a16:creationId xmlns:a16="http://schemas.microsoft.com/office/drawing/2014/main" id="{D99270B0-8AD2-BEC7-6542-1B90E336B90E}"/>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10" name="Footer Placeholder 2">
            <a:extLst>
              <a:ext uri="{FF2B5EF4-FFF2-40B4-BE49-F238E27FC236}">
                <a16:creationId xmlns:a16="http://schemas.microsoft.com/office/drawing/2014/main" id="{65EB5894-B0A6-D8F1-AD97-D6E4D056DDA6}"/>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tx1"/>
                </a:solidFill>
              </a:defRPr>
            </a:lvl1pPr>
          </a:lstStyle>
          <a:p>
            <a:r>
              <a:rPr lang="en-US" dirty="0"/>
              <a:t>Apply a document ID (if applicable).</a:t>
            </a:r>
          </a:p>
        </p:txBody>
      </p:sp>
      <p:pic>
        <p:nvPicPr>
          <p:cNvPr id="11" name="Graphic 10" descr="Nokia Logo">
            <a:extLst>
              <a:ext uri="{FF2B5EF4-FFF2-40B4-BE49-F238E27FC236}">
                <a16:creationId xmlns:a16="http://schemas.microsoft.com/office/drawing/2014/main" id="{302DAEC4-26F4-5A19-1880-D3326A33BB94}"/>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3013635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6 Bulletpoint text 3 col">
    <p:spTree>
      <p:nvGrpSpPr>
        <p:cNvPr id="1" name=""/>
        <p:cNvGrpSpPr/>
        <p:nvPr/>
      </p:nvGrpSpPr>
      <p:grpSpPr>
        <a:xfrm>
          <a:off x="0" y="0"/>
          <a:ext cx="0" cy="0"/>
          <a:chOff x="0" y="0"/>
          <a:chExt cx="0" cy="0"/>
        </a:xfrm>
      </p:grpSpPr>
      <p:sp>
        <p:nvSpPr>
          <p:cNvPr id="16" name="Title 4">
            <a:extLst>
              <a:ext uri="{FF2B5EF4-FFF2-40B4-BE49-F238E27FC236}">
                <a16:creationId xmlns:a16="http://schemas.microsoft.com/office/drawing/2014/main" id="{7883FFFC-5BC6-5F4B-7D91-BA6E5A6A711C}"/>
              </a:ext>
            </a:extLst>
          </p:cNvPr>
          <p:cNvSpPr>
            <a:spLocks noGrp="1"/>
          </p:cNvSpPr>
          <p:nvPr>
            <p:ph type="title" hasCustomPrompt="1"/>
          </p:nvPr>
        </p:nvSpPr>
        <p:spPr>
          <a:xfrm>
            <a:off x="417531" y="396000"/>
            <a:ext cx="83088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accent1"/>
                </a:solidFill>
                <a:latin typeface="+mj-lt"/>
                <a:ea typeface="+mn-ea"/>
                <a:cs typeface="+mn-cs"/>
              </a:defRPr>
            </a:lvl1pPr>
          </a:lstStyle>
          <a:p>
            <a:r>
              <a:rPr lang="en-US"/>
              <a:t>Click to edit headline</a:t>
            </a:r>
          </a:p>
        </p:txBody>
      </p:sp>
      <p:sp>
        <p:nvSpPr>
          <p:cNvPr id="17" name="Text Placeholder 5">
            <a:extLst>
              <a:ext uri="{FF2B5EF4-FFF2-40B4-BE49-F238E27FC236}">
                <a16:creationId xmlns:a16="http://schemas.microsoft.com/office/drawing/2014/main" id="{FAA3081D-6AA5-1E61-AD80-807985659C31}"/>
              </a:ext>
            </a:extLst>
          </p:cNvPr>
          <p:cNvSpPr>
            <a:spLocks noGrp="1"/>
          </p:cNvSpPr>
          <p:nvPr>
            <p:ph type="body" sz="quarter" idx="10" hasCustomPrompt="1"/>
          </p:nvPr>
        </p:nvSpPr>
        <p:spPr>
          <a:xfrm>
            <a:off x="417599" y="763200"/>
            <a:ext cx="8308800" cy="342000"/>
          </a:xfrm>
          <a:prstGeom prst="rect">
            <a:avLst/>
          </a:prstGeom>
        </p:spPr>
        <p:txBody>
          <a:bodyPr lIns="0" tIns="0" rIns="0" bIns="0"/>
          <a:lstStyle>
            <a:lvl1pPr marL="0" indent="0">
              <a:lnSpc>
                <a:spcPct val="100000"/>
              </a:lnSpc>
              <a:spcBef>
                <a:spcPts val="0"/>
              </a:spcBef>
              <a:buNone/>
              <a:defRPr sz="1800">
                <a:solidFill>
                  <a:schemeClr val="tx1"/>
                </a:solidFill>
                <a:latin typeface="+mj-lt"/>
              </a:defRPr>
            </a:lvl1pPr>
          </a:lstStyle>
          <a:p>
            <a:pPr lvl="0"/>
            <a:r>
              <a:rPr lang="en-US"/>
              <a:t>Click to edit Sub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270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1"/>
                </a:solidFill>
              </a:defRPr>
            </a:lvl1pPr>
            <a:lvl2pPr marL="360000" indent="-180000">
              <a:lnSpc>
                <a:spcPct val="100000"/>
              </a:lnSpc>
              <a:spcBef>
                <a:spcPts val="0"/>
              </a:spcBef>
              <a:spcAft>
                <a:spcPts val="600"/>
              </a:spcAft>
              <a:buSzPct val="70000"/>
              <a:defRPr sz="1200">
                <a:solidFill>
                  <a:schemeClr val="tx1"/>
                </a:solidFill>
              </a:defRPr>
            </a:lvl2pPr>
            <a:lvl3pPr marL="540000" indent="-180000">
              <a:lnSpc>
                <a:spcPct val="100000"/>
              </a:lnSpc>
              <a:spcBef>
                <a:spcPts val="0"/>
              </a:spcBef>
              <a:spcAft>
                <a:spcPts val="600"/>
              </a:spcAft>
              <a:buSzPct val="70000"/>
              <a:defRPr sz="1200">
                <a:solidFill>
                  <a:schemeClr val="tx1"/>
                </a:solidFill>
              </a:defRPr>
            </a:lvl3pPr>
            <a:lvl4pPr marL="720000" indent="-180000">
              <a:lnSpc>
                <a:spcPct val="100000"/>
              </a:lnSpc>
              <a:spcBef>
                <a:spcPts val="0"/>
              </a:spcBef>
              <a:spcAft>
                <a:spcPts val="600"/>
              </a:spcAft>
              <a:buSzPct val="70000"/>
              <a:defRPr lang="en-US" sz="1200" kern="1200" dirty="0">
                <a:solidFill>
                  <a:schemeClr val="tx1"/>
                </a:solidFill>
                <a:latin typeface="+mn-lt"/>
                <a:ea typeface="+mn-ea"/>
                <a:cs typeface="+mn-cs"/>
              </a:defRPr>
            </a:lvl4pPr>
            <a:lvl5pPr marL="900000" indent="-180000">
              <a:lnSpc>
                <a:spcPct val="100000"/>
              </a:lnSpc>
              <a:spcBef>
                <a:spcPts val="0"/>
              </a:spcBef>
              <a:spcAft>
                <a:spcPts val="600"/>
              </a:spcAft>
              <a:buSzPct val="70000"/>
              <a:defRPr sz="1200">
                <a:solidFill>
                  <a:schemeClr val="tx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3222000" y="1260000"/>
            <a:ext cx="270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1"/>
                </a:solidFill>
              </a:defRPr>
            </a:lvl1pPr>
            <a:lvl2pPr marL="360000" indent="-180000">
              <a:lnSpc>
                <a:spcPct val="100000"/>
              </a:lnSpc>
              <a:spcBef>
                <a:spcPts val="0"/>
              </a:spcBef>
              <a:spcAft>
                <a:spcPts val="600"/>
              </a:spcAft>
              <a:buSzPct val="70000"/>
              <a:defRPr sz="1200">
                <a:solidFill>
                  <a:schemeClr val="tx1"/>
                </a:solidFill>
              </a:defRPr>
            </a:lvl2pPr>
            <a:lvl3pPr marL="540000" indent="-180000">
              <a:lnSpc>
                <a:spcPct val="100000"/>
              </a:lnSpc>
              <a:spcBef>
                <a:spcPts val="0"/>
              </a:spcBef>
              <a:spcAft>
                <a:spcPts val="600"/>
              </a:spcAft>
              <a:buSzPct val="70000"/>
              <a:defRPr sz="1200">
                <a:solidFill>
                  <a:schemeClr val="tx1"/>
                </a:solidFill>
              </a:defRPr>
            </a:lvl3pPr>
            <a:lvl4pPr marL="720000" indent="-180000">
              <a:lnSpc>
                <a:spcPct val="100000"/>
              </a:lnSpc>
              <a:spcBef>
                <a:spcPts val="0"/>
              </a:spcBef>
              <a:spcAft>
                <a:spcPts val="600"/>
              </a:spcAft>
              <a:buSzPct val="70000"/>
              <a:defRPr lang="en-US" sz="1200" kern="1200" dirty="0">
                <a:solidFill>
                  <a:schemeClr val="tx1"/>
                </a:solidFill>
                <a:latin typeface="+mn-lt"/>
                <a:ea typeface="+mn-ea"/>
                <a:cs typeface="+mn-cs"/>
              </a:defRPr>
            </a:lvl4pPr>
            <a:lvl5pPr marL="900000" indent="-180000">
              <a:lnSpc>
                <a:spcPct val="100000"/>
              </a:lnSpc>
              <a:spcBef>
                <a:spcPts val="0"/>
              </a:spcBef>
              <a:spcAft>
                <a:spcPts val="600"/>
              </a:spcAft>
              <a:buSzPct val="70000"/>
              <a:defRPr sz="1200">
                <a:solidFill>
                  <a:schemeClr val="tx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6026662" y="1260000"/>
            <a:ext cx="2697658"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1"/>
                </a:solidFill>
              </a:defRPr>
            </a:lvl1pPr>
            <a:lvl2pPr marL="360000" indent="-180000">
              <a:lnSpc>
                <a:spcPct val="100000"/>
              </a:lnSpc>
              <a:spcBef>
                <a:spcPts val="0"/>
              </a:spcBef>
              <a:spcAft>
                <a:spcPts val="600"/>
              </a:spcAft>
              <a:buSzPct val="70000"/>
              <a:defRPr sz="1200">
                <a:solidFill>
                  <a:schemeClr val="tx1"/>
                </a:solidFill>
              </a:defRPr>
            </a:lvl2pPr>
            <a:lvl3pPr marL="540000" indent="-180000">
              <a:lnSpc>
                <a:spcPct val="100000"/>
              </a:lnSpc>
              <a:spcBef>
                <a:spcPts val="0"/>
              </a:spcBef>
              <a:spcAft>
                <a:spcPts val="600"/>
              </a:spcAft>
              <a:buSzPct val="70000"/>
              <a:defRPr sz="1200">
                <a:solidFill>
                  <a:schemeClr val="tx1"/>
                </a:solidFill>
              </a:defRPr>
            </a:lvl3pPr>
            <a:lvl4pPr marL="720000" indent="-180000">
              <a:lnSpc>
                <a:spcPct val="100000"/>
              </a:lnSpc>
              <a:spcBef>
                <a:spcPts val="0"/>
              </a:spcBef>
              <a:spcAft>
                <a:spcPts val="600"/>
              </a:spcAft>
              <a:buSzPct val="70000"/>
              <a:defRPr lang="en-US" sz="1200" kern="1200" dirty="0">
                <a:solidFill>
                  <a:schemeClr val="tx1"/>
                </a:solidFill>
                <a:latin typeface="+mn-lt"/>
                <a:ea typeface="+mn-ea"/>
                <a:cs typeface="+mn-cs"/>
              </a:defRPr>
            </a:lvl4pPr>
            <a:lvl5pPr marL="900000" indent="-180000">
              <a:lnSpc>
                <a:spcPct val="100000"/>
              </a:lnSpc>
              <a:spcBef>
                <a:spcPts val="0"/>
              </a:spcBef>
              <a:spcAft>
                <a:spcPts val="600"/>
              </a:spcAft>
              <a:buSzPct val="70000"/>
              <a:defRPr sz="1200">
                <a:solidFill>
                  <a:schemeClr val="tx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5">
            <a:extLst>
              <a:ext uri="{FF2B5EF4-FFF2-40B4-BE49-F238E27FC236}">
                <a16:creationId xmlns:a16="http://schemas.microsoft.com/office/drawing/2014/main" id="{6CA67C43-66D6-847E-98DC-61F9029ECC0B}"/>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 name="TextBox 1">
            <a:extLst>
              <a:ext uri="{FF2B5EF4-FFF2-40B4-BE49-F238E27FC236}">
                <a16:creationId xmlns:a16="http://schemas.microsoft.com/office/drawing/2014/main" id="{BF8E66B8-C798-B992-2C68-B85351E1170D}"/>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cxnSp>
        <p:nvCxnSpPr>
          <p:cNvPr id="13" name="Straight Connector 12">
            <a:extLst>
              <a:ext uri="{FF2B5EF4-FFF2-40B4-BE49-F238E27FC236}">
                <a16:creationId xmlns:a16="http://schemas.microsoft.com/office/drawing/2014/main" id="{13541309-5DF9-5C6B-86F9-82A1DB283E6F}"/>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11" name="Footer Placeholder 2">
            <a:extLst>
              <a:ext uri="{FF2B5EF4-FFF2-40B4-BE49-F238E27FC236}">
                <a16:creationId xmlns:a16="http://schemas.microsoft.com/office/drawing/2014/main" id="{A1277FE0-ECBC-0B62-6936-4A9C8E1CE894}"/>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tx1"/>
                </a:solidFill>
              </a:defRPr>
            </a:lvl1pPr>
          </a:lstStyle>
          <a:p>
            <a:r>
              <a:rPr lang="en-US" dirty="0"/>
              <a:t>Apply a document ID (if applicable).</a:t>
            </a:r>
          </a:p>
        </p:txBody>
      </p:sp>
      <p:pic>
        <p:nvPicPr>
          <p:cNvPr id="12" name="Graphic 11" descr="Nokia Logo">
            <a:extLst>
              <a:ext uri="{FF2B5EF4-FFF2-40B4-BE49-F238E27FC236}">
                <a16:creationId xmlns:a16="http://schemas.microsoft.com/office/drawing/2014/main" id="{7BF24453-1D2B-0D99-269E-C4DA21527F10}"/>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1149699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7 Bulletpoint text 4 col">
    <p:spTree>
      <p:nvGrpSpPr>
        <p:cNvPr id="1" name=""/>
        <p:cNvGrpSpPr/>
        <p:nvPr/>
      </p:nvGrpSpPr>
      <p:grpSpPr>
        <a:xfrm>
          <a:off x="0" y="0"/>
          <a:ext cx="0" cy="0"/>
          <a:chOff x="0" y="0"/>
          <a:chExt cx="0" cy="0"/>
        </a:xfrm>
      </p:grpSpPr>
      <p:sp>
        <p:nvSpPr>
          <p:cNvPr id="15" name="Title 4">
            <a:extLst>
              <a:ext uri="{FF2B5EF4-FFF2-40B4-BE49-F238E27FC236}">
                <a16:creationId xmlns:a16="http://schemas.microsoft.com/office/drawing/2014/main" id="{0CD56D63-9D4E-1527-F818-E9DFBC09B0C4}"/>
              </a:ext>
            </a:extLst>
          </p:cNvPr>
          <p:cNvSpPr>
            <a:spLocks noGrp="1"/>
          </p:cNvSpPr>
          <p:nvPr>
            <p:ph type="title" hasCustomPrompt="1"/>
          </p:nvPr>
        </p:nvSpPr>
        <p:spPr>
          <a:xfrm>
            <a:off x="417531" y="396000"/>
            <a:ext cx="83088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accent1"/>
                </a:solidFill>
                <a:latin typeface="+mj-lt"/>
                <a:ea typeface="+mn-ea"/>
                <a:cs typeface="+mn-cs"/>
              </a:defRPr>
            </a:lvl1pPr>
          </a:lstStyle>
          <a:p>
            <a:r>
              <a:rPr lang="en-US"/>
              <a:t>Click to edit headline</a:t>
            </a:r>
          </a:p>
        </p:txBody>
      </p:sp>
      <p:sp>
        <p:nvSpPr>
          <p:cNvPr id="16" name="Text Placeholder 5">
            <a:extLst>
              <a:ext uri="{FF2B5EF4-FFF2-40B4-BE49-F238E27FC236}">
                <a16:creationId xmlns:a16="http://schemas.microsoft.com/office/drawing/2014/main" id="{8D38CEF1-9906-3101-607B-44C4FE0B4E16}"/>
              </a:ext>
            </a:extLst>
          </p:cNvPr>
          <p:cNvSpPr>
            <a:spLocks noGrp="1"/>
          </p:cNvSpPr>
          <p:nvPr>
            <p:ph type="body" sz="quarter" idx="10" hasCustomPrompt="1"/>
          </p:nvPr>
        </p:nvSpPr>
        <p:spPr>
          <a:xfrm>
            <a:off x="417599" y="763200"/>
            <a:ext cx="8308800" cy="342000"/>
          </a:xfrm>
          <a:prstGeom prst="rect">
            <a:avLst/>
          </a:prstGeom>
        </p:spPr>
        <p:txBody>
          <a:bodyPr lIns="0" tIns="0" rIns="0" bIns="0"/>
          <a:lstStyle>
            <a:lvl1pPr marL="0" indent="0">
              <a:lnSpc>
                <a:spcPct val="100000"/>
              </a:lnSpc>
              <a:spcBef>
                <a:spcPts val="0"/>
              </a:spcBef>
              <a:buNone/>
              <a:defRPr sz="1800">
                <a:solidFill>
                  <a:schemeClr val="tx1"/>
                </a:solidFill>
                <a:latin typeface="+mj-lt"/>
              </a:defRPr>
            </a:lvl1pPr>
          </a:lstStyle>
          <a:p>
            <a:pPr lvl="0"/>
            <a:r>
              <a:rPr lang="en-US"/>
              <a:t>Click to edit Sub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1"/>
                </a:solidFill>
              </a:defRPr>
            </a:lvl1pPr>
            <a:lvl2pPr marL="360000" indent="-180000">
              <a:lnSpc>
                <a:spcPct val="100000"/>
              </a:lnSpc>
              <a:spcBef>
                <a:spcPts val="0"/>
              </a:spcBef>
              <a:spcAft>
                <a:spcPts val="600"/>
              </a:spcAft>
              <a:buSzPct val="70000"/>
              <a:defRPr sz="1200">
                <a:solidFill>
                  <a:schemeClr val="tx1"/>
                </a:solidFill>
              </a:defRPr>
            </a:lvl2pPr>
            <a:lvl3pPr marL="540000" indent="-180000">
              <a:lnSpc>
                <a:spcPct val="100000"/>
              </a:lnSpc>
              <a:spcBef>
                <a:spcPts val="0"/>
              </a:spcBef>
              <a:spcAft>
                <a:spcPts val="600"/>
              </a:spcAft>
              <a:buSzPct val="70000"/>
              <a:defRPr sz="1200">
                <a:solidFill>
                  <a:schemeClr val="tx1"/>
                </a:solidFill>
              </a:defRPr>
            </a:lvl3pPr>
            <a:lvl4pPr marL="720000" indent="-180000">
              <a:lnSpc>
                <a:spcPct val="100000"/>
              </a:lnSpc>
              <a:spcBef>
                <a:spcPts val="0"/>
              </a:spcBef>
              <a:spcAft>
                <a:spcPts val="600"/>
              </a:spcAft>
              <a:buSzPct val="70000"/>
              <a:defRPr lang="en-US" sz="1200" kern="1200" dirty="0">
                <a:solidFill>
                  <a:schemeClr val="tx1"/>
                </a:solidFill>
                <a:latin typeface="+mn-lt"/>
                <a:ea typeface="+mn-ea"/>
                <a:cs typeface="+mn-cs"/>
              </a:defRPr>
            </a:lvl4pPr>
            <a:lvl5pPr marL="900000" indent="-180000">
              <a:lnSpc>
                <a:spcPct val="100000"/>
              </a:lnSpc>
              <a:spcBef>
                <a:spcPts val="0"/>
              </a:spcBef>
              <a:spcAft>
                <a:spcPts val="600"/>
              </a:spcAft>
              <a:buSzPct val="70000"/>
              <a:defRPr sz="1200">
                <a:solidFill>
                  <a:schemeClr val="tx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2526332"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1"/>
                </a:solidFill>
              </a:defRPr>
            </a:lvl1pPr>
            <a:lvl2pPr marL="360000" indent="-180000">
              <a:lnSpc>
                <a:spcPct val="100000"/>
              </a:lnSpc>
              <a:spcBef>
                <a:spcPts val="0"/>
              </a:spcBef>
              <a:spcAft>
                <a:spcPts val="600"/>
              </a:spcAft>
              <a:buSzPct val="70000"/>
              <a:defRPr sz="1200">
                <a:solidFill>
                  <a:schemeClr val="tx1"/>
                </a:solidFill>
              </a:defRPr>
            </a:lvl2pPr>
            <a:lvl3pPr marL="540000" indent="-180000">
              <a:lnSpc>
                <a:spcPct val="100000"/>
              </a:lnSpc>
              <a:spcBef>
                <a:spcPts val="0"/>
              </a:spcBef>
              <a:spcAft>
                <a:spcPts val="600"/>
              </a:spcAft>
              <a:buSzPct val="70000"/>
              <a:defRPr sz="1200">
                <a:solidFill>
                  <a:schemeClr val="tx1"/>
                </a:solidFill>
              </a:defRPr>
            </a:lvl3pPr>
            <a:lvl4pPr marL="720000" indent="-180000">
              <a:lnSpc>
                <a:spcPct val="100000"/>
              </a:lnSpc>
              <a:spcBef>
                <a:spcPts val="0"/>
              </a:spcBef>
              <a:spcAft>
                <a:spcPts val="600"/>
              </a:spcAft>
              <a:buSzPct val="70000"/>
              <a:defRPr lang="en-US" sz="1200" kern="1200" dirty="0">
                <a:solidFill>
                  <a:schemeClr val="tx1"/>
                </a:solidFill>
                <a:latin typeface="+mn-lt"/>
                <a:ea typeface="+mn-ea"/>
                <a:cs typeface="+mn-cs"/>
              </a:defRPr>
            </a:lvl4pPr>
            <a:lvl5pPr marL="900000" indent="-180000">
              <a:lnSpc>
                <a:spcPct val="100000"/>
              </a:lnSpc>
              <a:spcBef>
                <a:spcPts val="0"/>
              </a:spcBef>
              <a:spcAft>
                <a:spcPts val="600"/>
              </a:spcAft>
              <a:buSzPct val="70000"/>
              <a:defRPr sz="1200">
                <a:solidFill>
                  <a:schemeClr val="tx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4635326"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1"/>
                </a:solidFill>
              </a:defRPr>
            </a:lvl1pPr>
            <a:lvl2pPr marL="360000" indent="-180000">
              <a:lnSpc>
                <a:spcPct val="100000"/>
              </a:lnSpc>
              <a:spcBef>
                <a:spcPts val="0"/>
              </a:spcBef>
              <a:spcAft>
                <a:spcPts val="600"/>
              </a:spcAft>
              <a:buSzPct val="70000"/>
              <a:defRPr sz="1200">
                <a:solidFill>
                  <a:schemeClr val="tx1"/>
                </a:solidFill>
              </a:defRPr>
            </a:lvl2pPr>
            <a:lvl3pPr marL="540000" indent="-180000">
              <a:lnSpc>
                <a:spcPct val="100000"/>
              </a:lnSpc>
              <a:spcBef>
                <a:spcPts val="0"/>
              </a:spcBef>
              <a:spcAft>
                <a:spcPts val="600"/>
              </a:spcAft>
              <a:buSzPct val="70000"/>
              <a:defRPr sz="1200">
                <a:solidFill>
                  <a:schemeClr val="tx1"/>
                </a:solidFill>
              </a:defRPr>
            </a:lvl3pPr>
            <a:lvl4pPr marL="720000" indent="-180000">
              <a:lnSpc>
                <a:spcPct val="100000"/>
              </a:lnSpc>
              <a:spcBef>
                <a:spcPts val="0"/>
              </a:spcBef>
              <a:spcAft>
                <a:spcPts val="600"/>
              </a:spcAft>
              <a:buSzPct val="70000"/>
              <a:defRPr lang="en-US" sz="1200" kern="1200" dirty="0">
                <a:solidFill>
                  <a:schemeClr val="tx1"/>
                </a:solidFill>
                <a:latin typeface="+mn-lt"/>
                <a:ea typeface="+mn-ea"/>
                <a:cs typeface="+mn-cs"/>
              </a:defRPr>
            </a:lvl4pPr>
            <a:lvl5pPr marL="900000" indent="-180000">
              <a:lnSpc>
                <a:spcPct val="100000"/>
              </a:lnSpc>
              <a:spcBef>
                <a:spcPts val="0"/>
              </a:spcBef>
              <a:spcAft>
                <a:spcPts val="600"/>
              </a:spcAft>
              <a:buSzPct val="70000"/>
              <a:defRPr sz="1200">
                <a:solidFill>
                  <a:schemeClr val="tx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12">
            <a:extLst>
              <a:ext uri="{FF2B5EF4-FFF2-40B4-BE49-F238E27FC236}">
                <a16:creationId xmlns:a16="http://schemas.microsoft.com/office/drawing/2014/main" id="{9C0B71B1-8B5E-9FD1-A1AD-D5AD8A665FFB}"/>
              </a:ext>
            </a:extLst>
          </p:cNvPr>
          <p:cNvSpPr>
            <a:spLocks noGrp="1"/>
          </p:cNvSpPr>
          <p:nvPr>
            <p:ph type="body" sz="quarter" idx="18"/>
          </p:nvPr>
        </p:nvSpPr>
        <p:spPr>
          <a:xfrm>
            <a:off x="6744320"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1"/>
                </a:solidFill>
              </a:defRPr>
            </a:lvl1pPr>
            <a:lvl2pPr marL="360000" indent="-180000">
              <a:lnSpc>
                <a:spcPct val="100000"/>
              </a:lnSpc>
              <a:spcBef>
                <a:spcPts val="0"/>
              </a:spcBef>
              <a:spcAft>
                <a:spcPts val="600"/>
              </a:spcAft>
              <a:buSzPct val="70000"/>
              <a:defRPr sz="1200">
                <a:solidFill>
                  <a:schemeClr val="tx1"/>
                </a:solidFill>
              </a:defRPr>
            </a:lvl2pPr>
            <a:lvl3pPr marL="540000" indent="-180000">
              <a:lnSpc>
                <a:spcPct val="100000"/>
              </a:lnSpc>
              <a:spcBef>
                <a:spcPts val="0"/>
              </a:spcBef>
              <a:spcAft>
                <a:spcPts val="600"/>
              </a:spcAft>
              <a:buSzPct val="70000"/>
              <a:defRPr sz="1200">
                <a:solidFill>
                  <a:schemeClr val="tx1"/>
                </a:solidFill>
              </a:defRPr>
            </a:lvl3pPr>
            <a:lvl4pPr marL="720000" indent="-180000">
              <a:lnSpc>
                <a:spcPct val="100000"/>
              </a:lnSpc>
              <a:spcBef>
                <a:spcPts val="0"/>
              </a:spcBef>
              <a:spcAft>
                <a:spcPts val="600"/>
              </a:spcAft>
              <a:buSzPct val="70000"/>
              <a:defRPr lang="en-US" sz="1200" kern="1200" dirty="0">
                <a:solidFill>
                  <a:schemeClr val="tx1"/>
                </a:solidFill>
                <a:latin typeface="+mn-lt"/>
                <a:ea typeface="+mn-ea"/>
                <a:cs typeface="+mn-cs"/>
              </a:defRPr>
            </a:lvl4pPr>
            <a:lvl5pPr marL="900000" indent="-180000">
              <a:lnSpc>
                <a:spcPct val="100000"/>
              </a:lnSpc>
              <a:spcBef>
                <a:spcPts val="0"/>
              </a:spcBef>
              <a:spcAft>
                <a:spcPts val="600"/>
              </a:spcAft>
              <a:buSzPct val="70000"/>
              <a:defRPr sz="1200">
                <a:solidFill>
                  <a:schemeClr val="tx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id="{9115B87B-934C-0F92-5F93-D343BD44B66C}"/>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 name="TextBox 1">
            <a:extLst>
              <a:ext uri="{FF2B5EF4-FFF2-40B4-BE49-F238E27FC236}">
                <a16:creationId xmlns:a16="http://schemas.microsoft.com/office/drawing/2014/main" id="{93DA646D-5F97-9D8A-4598-A0C98D4634E0}"/>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cxnSp>
        <p:nvCxnSpPr>
          <p:cNvPr id="14" name="Straight Connector 13">
            <a:extLst>
              <a:ext uri="{FF2B5EF4-FFF2-40B4-BE49-F238E27FC236}">
                <a16:creationId xmlns:a16="http://schemas.microsoft.com/office/drawing/2014/main" id="{8A8ACD5F-A24E-63B2-613E-389C53F45207}"/>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12" name="Footer Placeholder 2">
            <a:extLst>
              <a:ext uri="{FF2B5EF4-FFF2-40B4-BE49-F238E27FC236}">
                <a16:creationId xmlns:a16="http://schemas.microsoft.com/office/drawing/2014/main" id="{45A16F44-B403-571B-AD0A-B6A86614B77F}"/>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tx1"/>
                </a:solidFill>
              </a:defRPr>
            </a:lvl1pPr>
          </a:lstStyle>
          <a:p>
            <a:r>
              <a:rPr lang="en-US" dirty="0"/>
              <a:t>Apply a document ID (if applicable).</a:t>
            </a:r>
          </a:p>
        </p:txBody>
      </p:sp>
      <p:pic>
        <p:nvPicPr>
          <p:cNvPr id="13" name="Graphic 12" descr="Nokia Logo">
            <a:extLst>
              <a:ext uri="{FF2B5EF4-FFF2-40B4-BE49-F238E27FC236}">
                <a16:creationId xmlns:a16="http://schemas.microsoft.com/office/drawing/2014/main" id="{9DEAEA85-0D4F-9315-1D56-FE86EBBA726C}"/>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1957851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8 Numbered text">
    <p:spTree>
      <p:nvGrpSpPr>
        <p:cNvPr id="1" name=""/>
        <p:cNvGrpSpPr/>
        <p:nvPr/>
      </p:nvGrpSpPr>
      <p:grpSpPr>
        <a:xfrm>
          <a:off x="0" y="0"/>
          <a:ext cx="0" cy="0"/>
          <a:chOff x="0" y="0"/>
          <a:chExt cx="0" cy="0"/>
        </a:xfrm>
      </p:grpSpPr>
      <p:sp>
        <p:nvSpPr>
          <p:cNvPr id="14" name="Title 4">
            <a:extLst>
              <a:ext uri="{FF2B5EF4-FFF2-40B4-BE49-F238E27FC236}">
                <a16:creationId xmlns:a16="http://schemas.microsoft.com/office/drawing/2014/main" id="{23ADA4B1-518E-0888-C3F9-1008EC9F4D43}"/>
              </a:ext>
            </a:extLst>
          </p:cNvPr>
          <p:cNvSpPr>
            <a:spLocks noGrp="1"/>
          </p:cNvSpPr>
          <p:nvPr>
            <p:ph type="title" hasCustomPrompt="1"/>
          </p:nvPr>
        </p:nvSpPr>
        <p:spPr>
          <a:xfrm>
            <a:off x="417531" y="396000"/>
            <a:ext cx="83088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accent1"/>
                </a:solidFill>
                <a:latin typeface="+mj-lt"/>
                <a:ea typeface="+mn-ea"/>
                <a:cs typeface="+mn-cs"/>
              </a:defRPr>
            </a:lvl1pPr>
          </a:lstStyle>
          <a:p>
            <a:r>
              <a:rPr lang="en-US"/>
              <a:t>Click to edit headline</a:t>
            </a:r>
          </a:p>
        </p:txBody>
      </p:sp>
      <p:sp>
        <p:nvSpPr>
          <p:cNvPr id="15" name="Text Placeholder 5">
            <a:extLst>
              <a:ext uri="{FF2B5EF4-FFF2-40B4-BE49-F238E27FC236}">
                <a16:creationId xmlns:a16="http://schemas.microsoft.com/office/drawing/2014/main" id="{334500B4-C20C-4352-0862-284C02ECCA19}"/>
              </a:ext>
            </a:extLst>
          </p:cNvPr>
          <p:cNvSpPr>
            <a:spLocks noGrp="1"/>
          </p:cNvSpPr>
          <p:nvPr>
            <p:ph type="body" sz="quarter" idx="10" hasCustomPrompt="1"/>
          </p:nvPr>
        </p:nvSpPr>
        <p:spPr>
          <a:xfrm>
            <a:off x="417599" y="763200"/>
            <a:ext cx="8308800" cy="342000"/>
          </a:xfrm>
          <a:prstGeom prst="rect">
            <a:avLst/>
          </a:prstGeom>
        </p:spPr>
        <p:txBody>
          <a:bodyPr lIns="0" tIns="0" rIns="0" bIns="0"/>
          <a:lstStyle>
            <a:lvl1pPr marL="0" indent="0">
              <a:lnSpc>
                <a:spcPct val="100000"/>
              </a:lnSpc>
              <a:spcBef>
                <a:spcPts val="0"/>
              </a:spcBef>
              <a:buNone/>
              <a:defRPr sz="1800">
                <a:solidFill>
                  <a:schemeClr val="tx1"/>
                </a:solidFill>
                <a:latin typeface="+mj-lt"/>
              </a:defRPr>
            </a:lvl1pPr>
          </a:lstStyle>
          <a:p>
            <a:pPr lvl="0"/>
            <a:r>
              <a:rPr lang="en-US"/>
              <a:t>Click to edit Sub headline</a:t>
            </a:r>
          </a:p>
        </p:txBody>
      </p:sp>
      <p:sp>
        <p:nvSpPr>
          <p:cNvPr id="3" name="Text Placeholder 2">
            <a:extLst>
              <a:ext uri="{FF2B5EF4-FFF2-40B4-BE49-F238E27FC236}">
                <a16:creationId xmlns:a16="http://schemas.microsoft.com/office/drawing/2014/main" id="{E0427494-DD66-A478-7CF6-11C578BC21E9}"/>
              </a:ext>
            </a:extLst>
          </p:cNvPr>
          <p:cNvSpPr>
            <a:spLocks noGrp="1"/>
          </p:cNvSpPr>
          <p:nvPr>
            <p:ph type="body" sz="quarter" idx="14" hasCustomPrompt="1"/>
          </p:nvPr>
        </p:nvSpPr>
        <p:spPr>
          <a:xfrm>
            <a:off x="417600" y="1260000"/>
            <a:ext cx="8308800" cy="3118980"/>
          </a:xfrm>
          <a:prstGeom prst="rect">
            <a:avLst/>
          </a:prstGeom>
        </p:spPr>
        <p:txBody>
          <a:bodyPr lIns="0" tIns="0" rIns="0" bIns="0"/>
          <a:lstStyle>
            <a:lvl1pPr marL="228600" indent="-228600">
              <a:lnSpc>
                <a:spcPct val="100000"/>
              </a:lnSpc>
              <a:spcBef>
                <a:spcPts val="0"/>
              </a:spcBef>
              <a:spcAft>
                <a:spcPts val="600"/>
              </a:spcAft>
              <a:buFont typeface="+mj-lt"/>
              <a:buAutoNum type="arabicPeriod"/>
              <a:defRPr sz="1200">
                <a:solidFill>
                  <a:schemeClr val="tx1"/>
                </a:solidFill>
              </a:defRPr>
            </a:lvl1pPr>
            <a:lvl2pPr marL="408600" indent="-228600">
              <a:lnSpc>
                <a:spcPct val="100000"/>
              </a:lnSpc>
              <a:spcBef>
                <a:spcPts val="0"/>
              </a:spcBef>
              <a:spcAft>
                <a:spcPts val="600"/>
              </a:spcAft>
              <a:buFont typeface="+mj-lt"/>
              <a:buAutoNum type="arabicPeriod" startAt="2"/>
              <a:defRPr sz="1200">
                <a:solidFill>
                  <a:schemeClr val="tx1"/>
                </a:solidFill>
              </a:defRPr>
            </a:lvl2pPr>
            <a:lvl3pPr marL="588600" indent="-228600">
              <a:lnSpc>
                <a:spcPct val="100000"/>
              </a:lnSpc>
              <a:spcBef>
                <a:spcPts val="0"/>
              </a:spcBef>
              <a:spcAft>
                <a:spcPts val="600"/>
              </a:spcAft>
              <a:buFont typeface="+mj-lt"/>
              <a:buAutoNum type="arabicPeriod" startAt="3"/>
              <a:defRPr sz="1200">
                <a:solidFill>
                  <a:schemeClr val="tx1"/>
                </a:solidFill>
              </a:defRPr>
            </a:lvl3pPr>
            <a:lvl4pPr marL="768600" indent="-228600">
              <a:lnSpc>
                <a:spcPct val="100000"/>
              </a:lnSpc>
              <a:spcBef>
                <a:spcPts val="0"/>
              </a:spcBef>
              <a:spcAft>
                <a:spcPts val="600"/>
              </a:spcAft>
              <a:buFont typeface="+mj-lt"/>
              <a:buAutoNum type="arabicPeriod" startAt="4"/>
              <a:defRPr sz="1200">
                <a:solidFill>
                  <a:schemeClr val="tx1"/>
                </a:solidFill>
              </a:defRPr>
            </a:lvl4pPr>
            <a:lvl5pPr marL="957150" indent="-228600">
              <a:lnSpc>
                <a:spcPct val="100000"/>
              </a:lnSpc>
              <a:spcBef>
                <a:spcPts val="0"/>
              </a:spcBef>
              <a:spcAft>
                <a:spcPts val="600"/>
              </a:spcAft>
              <a:buFont typeface="+mj-lt"/>
              <a:buAutoNum type="arabicPeriod" startAt="5"/>
              <a:defRPr sz="1200">
                <a:solidFill>
                  <a:schemeClr val="tx1"/>
                </a:solidFill>
              </a:defRPr>
            </a:lvl5pPr>
          </a:lstStyle>
          <a:p>
            <a:pPr lvl="0"/>
            <a:r>
              <a:rPr lang="en-US"/>
              <a:t>Text here</a:t>
            </a:r>
          </a:p>
          <a:p>
            <a:pPr lvl="1"/>
            <a:r>
              <a:rPr lang="en-US"/>
              <a:t>Text here</a:t>
            </a:r>
          </a:p>
          <a:p>
            <a:pPr lvl="2"/>
            <a:r>
              <a:rPr lang="en-US"/>
              <a:t>Text here</a:t>
            </a:r>
          </a:p>
          <a:p>
            <a:pPr lvl="3"/>
            <a:r>
              <a:rPr lang="en-US"/>
              <a:t>Text here</a:t>
            </a:r>
          </a:p>
          <a:p>
            <a:pPr marL="957150" marR="0" lvl="4" indent="-228600" algn="l" defTabSz="685800" rtl="0" eaLnBrk="1" fontAlgn="auto" latinLnBrk="0" hangingPunct="1">
              <a:lnSpc>
                <a:spcPct val="100000"/>
              </a:lnSpc>
              <a:spcBef>
                <a:spcPts val="0"/>
              </a:spcBef>
              <a:spcAft>
                <a:spcPts val="300"/>
              </a:spcAft>
              <a:buClrTx/>
              <a:buSzTx/>
              <a:tabLst/>
              <a:defRPr/>
            </a:pPr>
            <a:r>
              <a:rPr lang="en-US"/>
              <a:t>Text here</a:t>
            </a:r>
          </a:p>
        </p:txBody>
      </p:sp>
      <p:sp>
        <p:nvSpPr>
          <p:cNvPr id="7" name="Slide Number Placeholder 5">
            <a:extLst>
              <a:ext uri="{FF2B5EF4-FFF2-40B4-BE49-F238E27FC236}">
                <a16:creationId xmlns:a16="http://schemas.microsoft.com/office/drawing/2014/main" id="{1AF7E5B4-21F0-0696-BF4F-8AFCA8103CD7}"/>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 name="TextBox 1">
            <a:extLst>
              <a:ext uri="{FF2B5EF4-FFF2-40B4-BE49-F238E27FC236}">
                <a16:creationId xmlns:a16="http://schemas.microsoft.com/office/drawing/2014/main" id="{BB696985-1EFA-02D0-106A-9F81CEBC3FA1}"/>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cxnSp>
        <p:nvCxnSpPr>
          <p:cNvPr id="11" name="Straight Connector 10">
            <a:extLst>
              <a:ext uri="{FF2B5EF4-FFF2-40B4-BE49-F238E27FC236}">
                <a16:creationId xmlns:a16="http://schemas.microsoft.com/office/drawing/2014/main" id="{1EA7F1A5-02F4-2D45-9BE2-4558EC7A9F75}"/>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9" name="Footer Placeholder 2">
            <a:extLst>
              <a:ext uri="{FF2B5EF4-FFF2-40B4-BE49-F238E27FC236}">
                <a16:creationId xmlns:a16="http://schemas.microsoft.com/office/drawing/2014/main" id="{DDC4B182-BD0E-D0F1-793C-A6CE500EA3BD}"/>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tx1"/>
                </a:solidFill>
              </a:defRPr>
            </a:lvl1pPr>
          </a:lstStyle>
          <a:p>
            <a:r>
              <a:rPr lang="en-US" dirty="0"/>
              <a:t>Apply a document ID (if applicable).</a:t>
            </a:r>
          </a:p>
        </p:txBody>
      </p:sp>
      <p:pic>
        <p:nvPicPr>
          <p:cNvPr id="10" name="Graphic 9" descr="Nokia Logo">
            <a:extLst>
              <a:ext uri="{FF2B5EF4-FFF2-40B4-BE49-F238E27FC236}">
                <a16:creationId xmlns:a16="http://schemas.microsoft.com/office/drawing/2014/main" id="{864C729B-A906-F3EE-CBF7-968443E2A6C5}"/>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1231468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9 Title slid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2ED1432-BF6A-D5A0-ADBD-AA0251CAB819}"/>
              </a:ext>
            </a:extLst>
          </p:cNvPr>
          <p:cNvSpPr>
            <a:spLocks noGrp="1"/>
          </p:cNvSpPr>
          <p:nvPr>
            <p:ph type="title" hasCustomPrompt="1"/>
          </p:nvPr>
        </p:nvSpPr>
        <p:spPr>
          <a:xfrm>
            <a:off x="417600" y="1080000"/>
            <a:ext cx="8308800" cy="1760400"/>
          </a:xfrm>
          <a:prstGeom prst="rect">
            <a:avLst/>
          </a:prstGeom>
        </p:spPr>
        <p:txBody>
          <a:bodyPr lIns="0" tIns="0" rIns="0" bIns="0"/>
          <a:lstStyle>
            <a:lvl1pPr>
              <a:lnSpc>
                <a:spcPct val="100000"/>
              </a:lnSpc>
              <a:defRPr sz="4400">
                <a:solidFill>
                  <a:schemeClr val="accent1"/>
                </a:solidFill>
              </a:defRPr>
            </a:lvl1pPr>
          </a:lstStyle>
          <a:p>
            <a:pPr lvl="0"/>
            <a:r>
              <a:rPr lang="en-US"/>
              <a:t>Click to edit headline</a:t>
            </a:r>
          </a:p>
        </p:txBody>
      </p:sp>
      <p:sp>
        <p:nvSpPr>
          <p:cNvPr id="4" name="Slide Number Placeholder 5">
            <a:extLst>
              <a:ext uri="{FF2B5EF4-FFF2-40B4-BE49-F238E27FC236}">
                <a16:creationId xmlns:a16="http://schemas.microsoft.com/office/drawing/2014/main" id="{AB1F327B-603C-86B8-9F24-AB86561B3C0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3" name="TextBox 2">
            <a:extLst>
              <a:ext uri="{FF2B5EF4-FFF2-40B4-BE49-F238E27FC236}">
                <a16:creationId xmlns:a16="http://schemas.microsoft.com/office/drawing/2014/main" id="{3306DFA0-C2BA-C581-C314-740F6D8A7079}"/>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cxnSp>
        <p:nvCxnSpPr>
          <p:cNvPr id="9" name="Straight Connector 8">
            <a:extLst>
              <a:ext uri="{FF2B5EF4-FFF2-40B4-BE49-F238E27FC236}">
                <a16:creationId xmlns:a16="http://schemas.microsoft.com/office/drawing/2014/main" id="{82E08687-51A2-B793-017A-1768900A02E9}"/>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7" name="Footer Placeholder 2">
            <a:extLst>
              <a:ext uri="{FF2B5EF4-FFF2-40B4-BE49-F238E27FC236}">
                <a16:creationId xmlns:a16="http://schemas.microsoft.com/office/drawing/2014/main" id="{5D779461-EFB5-C35B-DE08-509687C8261F}"/>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tx1"/>
                </a:solidFill>
              </a:defRPr>
            </a:lvl1pPr>
          </a:lstStyle>
          <a:p>
            <a:r>
              <a:rPr lang="en-US" dirty="0"/>
              <a:t>Apply a document ID (if applicable).</a:t>
            </a:r>
          </a:p>
        </p:txBody>
      </p:sp>
      <p:pic>
        <p:nvPicPr>
          <p:cNvPr id="8" name="Graphic 7" descr="Nokia Logo">
            <a:extLst>
              <a:ext uri="{FF2B5EF4-FFF2-40B4-BE49-F238E27FC236}">
                <a16:creationId xmlns:a16="http://schemas.microsoft.com/office/drawing/2014/main" id="{CBC5DB55-EF7C-5450-BEBA-218F32250FCF}"/>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4990224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10 Title slide with media 1">
    <p:spTree>
      <p:nvGrpSpPr>
        <p:cNvPr id="1" name=""/>
        <p:cNvGrpSpPr/>
        <p:nvPr/>
      </p:nvGrpSpPr>
      <p:grpSpPr>
        <a:xfrm>
          <a:off x="0" y="0"/>
          <a:ext cx="0" cy="0"/>
          <a:chOff x="0" y="0"/>
          <a:chExt cx="0" cy="0"/>
        </a:xfrm>
      </p:grpSpPr>
      <p:sp>
        <p:nvSpPr>
          <p:cNvPr id="14" name="Text Placeholder 42">
            <a:extLst>
              <a:ext uri="{FF2B5EF4-FFF2-40B4-BE49-F238E27FC236}">
                <a16:creationId xmlns:a16="http://schemas.microsoft.com/office/drawing/2014/main" id="{294B94FF-B007-7648-0008-A471B34C4CB3}"/>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lnSpc>
                <a:spcPct val="100000"/>
              </a:lnSpc>
              <a:spcBef>
                <a:spcPts val="0"/>
              </a:spcBef>
              <a:buNone/>
              <a:defRPr sz="4400" baseline="0">
                <a:solidFill>
                  <a:schemeClr val="accent1"/>
                </a:solidFill>
                <a:latin typeface="Nokia Pure Headline Light" panose="020B0304020202020204" pitchFamily="34" charset="0"/>
              </a:defRPr>
            </a:lvl1pPr>
          </a:lstStyle>
          <a:p>
            <a:pPr lvl="0"/>
            <a:r>
              <a:rPr lang="en-US"/>
              <a:t>Click to edit headline</a:t>
            </a:r>
          </a:p>
        </p:txBody>
      </p:sp>
      <p:sp>
        <p:nvSpPr>
          <p:cNvPr id="5" name="Slide Number Placeholder 5">
            <a:extLst>
              <a:ext uri="{FF2B5EF4-FFF2-40B4-BE49-F238E27FC236}">
                <a16:creationId xmlns:a16="http://schemas.microsoft.com/office/drawing/2014/main" id="{2218EC66-6293-FC0C-C8AC-A21153E5703B}"/>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4" name="TextBox 3">
            <a:extLst>
              <a:ext uri="{FF2B5EF4-FFF2-40B4-BE49-F238E27FC236}">
                <a16:creationId xmlns:a16="http://schemas.microsoft.com/office/drawing/2014/main" id="{4C9BA26F-4B98-6DDA-4965-A8BCB0A90C5D}"/>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cxnSp>
        <p:nvCxnSpPr>
          <p:cNvPr id="9" name="Straight Connector 8">
            <a:extLst>
              <a:ext uri="{FF2B5EF4-FFF2-40B4-BE49-F238E27FC236}">
                <a16:creationId xmlns:a16="http://schemas.microsoft.com/office/drawing/2014/main" id="{6ED056D0-758C-4B0A-A11D-C3F14EBC07FA}"/>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7" name="Footer Placeholder 2">
            <a:extLst>
              <a:ext uri="{FF2B5EF4-FFF2-40B4-BE49-F238E27FC236}">
                <a16:creationId xmlns:a16="http://schemas.microsoft.com/office/drawing/2014/main" id="{A535B119-5E07-6658-028F-A2E92F84E1EC}"/>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tx1"/>
                </a:solidFill>
              </a:defRPr>
            </a:lvl1pPr>
          </a:lstStyle>
          <a:p>
            <a:r>
              <a:rPr lang="en-US" dirty="0"/>
              <a:t>Apply a document ID (if applicable).</a:t>
            </a:r>
          </a:p>
        </p:txBody>
      </p:sp>
      <p:pic>
        <p:nvPicPr>
          <p:cNvPr id="8" name="Graphic 7" descr="Nokia Logo">
            <a:extLst>
              <a:ext uri="{FF2B5EF4-FFF2-40B4-BE49-F238E27FC236}">
                <a16:creationId xmlns:a16="http://schemas.microsoft.com/office/drawing/2014/main" id="{40EEEA9E-29A8-ACBE-9469-BF192E01BA76}"/>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3" name="Media Placeholder 6">
            <a:extLst>
              <a:ext uri="{FF2B5EF4-FFF2-40B4-BE49-F238E27FC236}">
                <a16:creationId xmlns:a16="http://schemas.microsoft.com/office/drawing/2014/main" id="{BB2531A6-B2AF-8CE3-D4E6-FFA2A6F43CBA}"/>
              </a:ext>
              <a:ext uri="{C183D7F6-B498-43B3-948B-1728B52AA6E4}">
                <adec:decorative xmlns:adec="http://schemas.microsoft.com/office/drawing/2017/decorative" val="1"/>
              </a:ext>
            </a:extLst>
          </p:cNvPr>
          <p:cNvSpPr>
            <a:spLocks noGrp="1"/>
          </p:cNvSpPr>
          <p:nvPr>
            <p:ph type="media" sz="quarter" idx="12"/>
          </p:nvPr>
        </p:nvSpPr>
        <p:spPr>
          <a:xfrm>
            <a:off x="0" y="0"/>
            <a:ext cx="9144000" cy="5143500"/>
          </a:xfrm>
          <a:prstGeom prst="rect">
            <a:avLst/>
          </a:prstGeom>
        </p:spPr>
        <p:txBody>
          <a:bodyPr/>
          <a:lstStyle>
            <a:lvl1pPr marL="0" indent="0">
              <a:buNone/>
              <a:defRPr>
                <a:solidFill>
                  <a:schemeClr val="accent4"/>
                </a:solidFill>
              </a:defRPr>
            </a:lvl1pPr>
          </a:lstStyle>
          <a:p>
            <a:r>
              <a:rPr lang="en-US" dirty="0"/>
              <a:t>Click icon to add media</a:t>
            </a:r>
          </a:p>
        </p:txBody>
      </p:sp>
    </p:spTree>
    <p:extLst>
      <p:ext uri="{BB962C8B-B14F-4D97-AF65-F5344CB8AC3E}">
        <p14:creationId xmlns:p14="http://schemas.microsoft.com/office/powerpoint/2010/main" val="3000801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2 Title slide with media 2">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B55B4CC-0221-F230-3980-88D8952F693A}"/>
              </a:ext>
              <a:ext uri="{C183D7F6-B498-43B3-948B-1728B52AA6E4}">
                <adec:decorative xmlns:adec="http://schemas.microsoft.com/office/drawing/2017/decorative" val="1"/>
              </a:ext>
            </a:extLst>
          </p:cNvPr>
          <p:cNvSpPr>
            <a:spLocks noGrp="1"/>
          </p:cNvSpPr>
          <p:nvPr>
            <p:ph type="pic" sz="quarter" idx="15" hasCustomPrompt="1"/>
          </p:nvPr>
        </p:nvSpPr>
        <p:spPr>
          <a:xfrm>
            <a:off x="5031315" y="0"/>
            <a:ext cx="4114800" cy="5143500"/>
          </a:xfrm>
          <a:prstGeom prst="rect">
            <a:avLst/>
          </a:prstGeom>
          <a:solidFill>
            <a:schemeClr val="tx2"/>
          </a:solidFill>
        </p:spPr>
        <p:txBody>
          <a:bodyPr/>
          <a:lstStyle>
            <a:lvl1pPr marL="0" indent="0">
              <a:buNone/>
              <a:defRPr sz="1000">
                <a:solidFill>
                  <a:schemeClr val="bg1"/>
                </a:solidFill>
              </a:defRPr>
            </a:lvl1pPr>
          </a:lstStyle>
          <a:p>
            <a:r>
              <a:rPr lang="en-US" dirty="0"/>
              <a:t>Click to add picture</a:t>
            </a:r>
          </a:p>
        </p:txBody>
      </p:sp>
      <p:sp>
        <p:nvSpPr>
          <p:cNvPr id="15" name="Title 4">
            <a:extLst>
              <a:ext uri="{FF2B5EF4-FFF2-40B4-BE49-F238E27FC236}">
                <a16:creationId xmlns:a16="http://schemas.microsoft.com/office/drawing/2014/main" id="{84BEAA91-498E-6921-E58A-76A8294949D1}"/>
              </a:ext>
            </a:extLst>
          </p:cNvPr>
          <p:cNvSpPr>
            <a:spLocks noGrp="1"/>
          </p:cNvSpPr>
          <p:nvPr>
            <p:ph type="title" hasCustomPrompt="1"/>
          </p:nvPr>
        </p:nvSpPr>
        <p:spPr>
          <a:xfrm>
            <a:off x="417531" y="396000"/>
            <a:ext cx="42516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accent1"/>
                </a:solidFill>
                <a:latin typeface="+mj-lt"/>
                <a:ea typeface="+mn-ea"/>
                <a:cs typeface="+mn-cs"/>
              </a:defRPr>
            </a:lvl1pPr>
          </a:lstStyle>
          <a:p>
            <a:r>
              <a:rPr lang="en-US"/>
              <a:t>Click to edit headline</a:t>
            </a:r>
          </a:p>
        </p:txBody>
      </p:sp>
      <p:sp>
        <p:nvSpPr>
          <p:cNvPr id="16" name="Text Placeholder 5">
            <a:extLst>
              <a:ext uri="{FF2B5EF4-FFF2-40B4-BE49-F238E27FC236}">
                <a16:creationId xmlns:a16="http://schemas.microsoft.com/office/drawing/2014/main" id="{57819689-B73E-EF57-A36D-895DE38DCDCB}"/>
              </a:ext>
            </a:extLst>
          </p:cNvPr>
          <p:cNvSpPr>
            <a:spLocks noGrp="1"/>
          </p:cNvSpPr>
          <p:nvPr>
            <p:ph type="body" sz="quarter" idx="10" hasCustomPrompt="1"/>
          </p:nvPr>
        </p:nvSpPr>
        <p:spPr>
          <a:xfrm>
            <a:off x="417599" y="763200"/>
            <a:ext cx="4251600" cy="342000"/>
          </a:xfrm>
          <a:prstGeom prst="rect">
            <a:avLst/>
          </a:prstGeom>
        </p:spPr>
        <p:txBody>
          <a:bodyPr lIns="0" tIns="0" rIns="0" bIns="0"/>
          <a:lstStyle>
            <a:lvl1pPr marL="0" indent="0">
              <a:lnSpc>
                <a:spcPct val="100000"/>
              </a:lnSpc>
              <a:spcBef>
                <a:spcPts val="0"/>
              </a:spcBef>
              <a:buNone/>
              <a:defRPr sz="1800">
                <a:solidFill>
                  <a:schemeClr val="tx1"/>
                </a:solidFill>
                <a:latin typeface="+mj-lt"/>
              </a:defRPr>
            </a:lvl1pPr>
          </a:lstStyle>
          <a:p>
            <a:pPr lvl="0"/>
            <a:r>
              <a:rPr lang="en-US"/>
              <a:t>Click to edit Sub headline</a:t>
            </a:r>
          </a:p>
        </p:txBody>
      </p:sp>
      <p:sp>
        <p:nvSpPr>
          <p:cNvPr id="14" name="Text Placeholder 12">
            <a:extLst>
              <a:ext uri="{FF2B5EF4-FFF2-40B4-BE49-F238E27FC236}">
                <a16:creationId xmlns:a16="http://schemas.microsoft.com/office/drawing/2014/main" id="{9DF4C5A3-99E0-4CE6-0E6B-A5B2B4C2E12B}"/>
              </a:ext>
            </a:extLst>
          </p:cNvPr>
          <p:cNvSpPr>
            <a:spLocks noGrp="1"/>
          </p:cNvSpPr>
          <p:nvPr>
            <p:ph type="body" sz="quarter" idx="16"/>
          </p:nvPr>
        </p:nvSpPr>
        <p:spPr>
          <a:xfrm>
            <a:off x="417338" y="1260000"/>
            <a:ext cx="42516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1"/>
                </a:solidFill>
              </a:defRPr>
            </a:lvl1pPr>
            <a:lvl2pPr marL="360000" indent="-180000">
              <a:lnSpc>
                <a:spcPct val="100000"/>
              </a:lnSpc>
              <a:spcBef>
                <a:spcPts val="0"/>
              </a:spcBef>
              <a:spcAft>
                <a:spcPts val="600"/>
              </a:spcAft>
              <a:buSzPct val="70000"/>
              <a:defRPr sz="1200">
                <a:solidFill>
                  <a:schemeClr val="tx1"/>
                </a:solidFill>
              </a:defRPr>
            </a:lvl2pPr>
            <a:lvl3pPr marL="540000" indent="-180000">
              <a:lnSpc>
                <a:spcPct val="100000"/>
              </a:lnSpc>
              <a:spcBef>
                <a:spcPts val="0"/>
              </a:spcBef>
              <a:spcAft>
                <a:spcPts val="600"/>
              </a:spcAft>
              <a:buSzPct val="70000"/>
              <a:defRPr sz="1200">
                <a:solidFill>
                  <a:schemeClr val="tx1"/>
                </a:solidFill>
              </a:defRPr>
            </a:lvl3pPr>
            <a:lvl4pPr marL="720000" indent="-180000">
              <a:lnSpc>
                <a:spcPct val="100000"/>
              </a:lnSpc>
              <a:spcBef>
                <a:spcPts val="0"/>
              </a:spcBef>
              <a:spcAft>
                <a:spcPts val="600"/>
              </a:spcAft>
              <a:buSzPct val="70000"/>
              <a:defRPr lang="en-US" sz="1200" kern="1200" dirty="0">
                <a:solidFill>
                  <a:schemeClr val="tx1"/>
                </a:solidFill>
                <a:latin typeface="+mn-lt"/>
                <a:ea typeface="+mn-ea"/>
                <a:cs typeface="+mn-cs"/>
              </a:defRPr>
            </a:lvl4pPr>
            <a:lvl5pPr marL="900000" indent="-180000">
              <a:lnSpc>
                <a:spcPct val="100000"/>
              </a:lnSpc>
              <a:spcBef>
                <a:spcPts val="0"/>
              </a:spcBef>
              <a:spcAft>
                <a:spcPts val="600"/>
              </a:spcAft>
              <a:buSzPct val="70000"/>
              <a:defRPr sz="1200">
                <a:solidFill>
                  <a:schemeClr val="tx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0F2544C4-9B73-80CB-B1AE-384180132B7C}"/>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5" name="TextBox 4">
            <a:extLst>
              <a:ext uri="{FF2B5EF4-FFF2-40B4-BE49-F238E27FC236}">
                <a16:creationId xmlns:a16="http://schemas.microsoft.com/office/drawing/2014/main" id="{44F7A0E6-27FB-B6FF-2E31-5A6107DF4D15}"/>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cxnSp>
        <p:nvCxnSpPr>
          <p:cNvPr id="11" name="Straight Connector 10">
            <a:extLst>
              <a:ext uri="{FF2B5EF4-FFF2-40B4-BE49-F238E27FC236}">
                <a16:creationId xmlns:a16="http://schemas.microsoft.com/office/drawing/2014/main" id="{65896BA6-2208-A431-822A-895CB2B7CC2F}"/>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10" name="Footer Placeholder 2">
            <a:extLst>
              <a:ext uri="{FF2B5EF4-FFF2-40B4-BE49-F238E27FC236}">
                <a16:creationId xmlns:a16="http://schemas.microsoft.com/office/drawing/2014/main" id="{ECE578A4-6CB9-C574-603A-6A6E64EB1499}"/>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tx1"/>
                </a:solidFill>
              </a:defRPr>
            </a:lvl1pPr>
          </a:lstStyle>
          <a:p>
            <a:r>
              <a:rPr lang="en-US" dirty="0"/>
              <a:t>Apply a document ID (if applicable).</a:t>
            </a:r>
          </a:p>
        </p:txBody>
      </p:sp>
      <p:pic>
        <p:nvPicPr>
          <p:cNvPr id="2" name="Graphic 1" descr="Nokia logo">
            <a:extLst>
              <a:ext uri="{FF2B5EF4-FFF2-40B4-BE49-F238E27FC236}">
                <a16:creationId xmlns:a16="http://schemas.microsoft.com/office/drawing/2014/main" id="{459A0509-67CF-F982-C358-C433F16CD83E}"/>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38128130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3 Title slide with media 3">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1E7BA896-DC3C-C861-6C89-0401950D7446}"/>
              </a:ext>
              <a:ext uri="{C183D7F6-B498-43B3-948B-1728B52AA6E4}">
                <adec:decorative xmlns:adec="http://schemas.microsoft.com/office/drawing/2017/decorative" val="1"/>
              </a:ext>
            </a:extLst>
          </p:cNvPr>
          <p:cNvSpPr>
            <a:spLocks noGrp="1"/>
          </p:cNvSpPr>
          <p:nvPr>
            <p:ph type="pic" sz="quarter" idx="15" hasCustomPrompt="1"/>
          </p:nvPr>
        </p:nvSpPr>
        <p:spPr>
          <a:xfrm>
            <a:off x="4114800" y="0"/>
            <a:ext cx="5029200" cy="5143500"/>
          </a:xfrm>
          <a:prstGeom prst="rect">
            <a:avLst/>
          </a:prstGeom>
          <a:solidFill>
            <a:schemeClr val="tx2"/>
          </a:solidFill>
        </p:spPr>
        <p:txBody>
          <a:bodyPr/>
          <a:lstStyle>
            <a:lvl1pPr marL="0" indent="0">
              <a:buNone/>
              <a:defRPr sz="1000">
                <a:solidFill>
                  <a:schemeClr val="bg1"/>
                </a:solidFill>
              </a:defRPr>
            </a:lvl1pPr>
          </a:lstStyle>
          <a:p>
            <a:r>
              <a:rPr lang="en-US" dirty="0"/>
              <a:t>Click to add picture</a:t>
            </a:r>
          </a:p>
        </p:txBody>
      </p:sp>
      <p:sp>
        <p:nvSpPr>
          <p:cNvPr id="15" name="Title 4">
            <a:extLst>
              <a:ext uri="{FF2B5EF4-FFF2-40B4-BE49-F238E27FC236}">
                <a16:creationId xmlns:a16="http://schemas.microsoft.com/office/drawing/2014/main" id="{50967DD7-EB0D-8CFD-B25F-584621A8CECC}"/>
              </a:ext>
            </a:extLst>
          </p:cNvPr>
          <p:cNvSpPr>
            <a:spLocks noGrp="1"/>
          </p:cNvSpPr>
          <p:nvPr>
            <p:ph type="title" hasCustomPrompt="1"/>
          </p:nvPr>
        </p:nvSpPr>
        <p:spPr>
          <a:xfrm>
            <a:off x="417531" y="396000"/>
            <a:ext cx="34164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accent1"/>
                </a:solidFill>
                <a:latin typeface="+mj-lt"/>
                <a:ea typeface="+mn-ea"/>
                <a:cs typeface="+mn-cs"/>
              </a:defRPr>
            </a:lvl1pPr>
          </a:lstStyle>
          <a:p>
            <a:r>
              <a:rPr lang="en-US"/>
              <a:t>Click to edit headline</a:t>
            </a:r>
          </a:p>
        </p:txBody>
      </p:sp>
      <p:sp>
        <p:nvSpPr>
          <p:cNvPr id="16" name="Text Placeholder 5">
            <a:extLst>
              <a:ext uri="{FF2B5EF4-FFF2-40B4-BE49-F238E27FC236}">
                <a16:creationId xmlns:a16="http://schemas.microsoft.com/office/drawing/2014/main" id="{2FD81C1F-AA93-00BC-AF25-C11C8DBE21DC}"/>
              </a:ext>
            </a:extLst>
          </p:cNvPr>
          <p:cNvSpPr>
            <a:spLocks noGrp="1"/>
          </p:cNvSpPr>
          <p:nvPr>
            <p:ph type="body" sz="quarter" idx="10" hasCustomPrompt="1"/>
          </p:nvPr>
        </p:nvSpPr>
        <p:spPr>
          <a:xfrm>
            <a:off x="417599" y="763200"/>
            <a:ext cx="3416400" cy="342000"/>
          </a:xfrm>
          <a:prstGeom prst="rect">
            <a:avLst/>
          </a:prstGeom>
        </p:spPr>
        <p:txBody>
          <a:bodyPr lIns="0" tIns="0" rIns="0" bIns="0"/>
          <a:lstStyle>
            <a:lvl1pPr marL="0" indent="0">
              <a:lnSpc>
                <a:spcPct val="100000"/>
              </a:lnSpc>
              <a:spcBef>
                <a:spcPts val="0"/>
              </a:spcBef>
              <a:buNone/>
              <a:defRPr sz="1800">
                <a:solidFill>
                  <a:schemeClr val="tx1"/>
                </a:solidFill>
                <a:latin typeface="+mj-lt"/>
              </a:defRPr>
            </a:lvl1pPr>
          </a:lstStyle>
          <a:p>
            <a:pPr lvl="0"/>
            <a:r>
              <a:rPr lang="en-US"/>
              <a:t>Click to edit Sub headline</a:t>
            </a:r>
          </a:p>
        </p:txBody>
      </p:sp>
      <p:sp>
        <p:nvSpPr>
          <p:cNvPr id="9" name="Text Placeholder 12">
            <a:extLst>
              <a:ext uri="{FF2B5EF4-FFF2-40B4-BE49-F238E27FC236}">
                <a16:creationId xmlns:a16="http://schemas.microsoft.com/office/drawing/2014/main" id="{3C877456-8A32-3828-EB27-AC4CF98B98F8}"/>
              </a:ext>
            </a:extLst>
          </p:cNvPr>
          <p:cNvSpPr>
            <a:spLocks noGrp="1"/>
          </p:cNvSpPr>
          <p:nvPr>
            <p:ph type="body" sz="quarter" idx="16"/>
          </p:nvPr>
        </p:nvSpPr>
        <p:spPr>
          <a:xfrm>
            <a:off x="417338" y="1260000"/>
            <a:ext cx="34164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1"/>
                </a:solidFill>
              </a:defRPr>
            </a:lvl1pPr>
            <a:lvl2pPr marL="360000" indent="-180000">
              <a:lnSpc>
                <a:spcPct val="100000"/>
              </a:lnSpc>
              <a:spcBef>
                <a:spcPts val="0"/>
              </a:spcBef>
              <a:spcAft>
                <a:spcPts val="600"/>
              </a:spcAft>
              <a:buSzPct val="70000"/>
              <a:defRPr sz="1200">
                <a:solidFill>
                  <a:schemeClr val="tx1"/>
                </a:solidFill>
              </a:defRPr>
            </a:lvl2pPr>
            <a:lvl3pPr marL="540000" indent="-180000">
              <a:lnSpc>
                <a:spcPct val="100000"/>
              </a:lnSpc>
              <a:spcBef>
                <a:spcPts val="0"/>
              </a:spcBef>
              <a:spcAft>
                <a:spcPts val="600"/>
              </a:spcAft>
              <a:buSzPct val="70000"/>
              <a:defRPr sz="1200">
                <a:solidFill>
                  <a:schemeClr val="tx1"/>
                </a:solidFill>
              </a:defRPr>
            </a:lvl3pPr>
            <a:lvl4pPr marL="720000" indent="-180000">
              <a:lnSpc>
                <a:spcPct val="100000"/>
              </a:lnSpc>
              <a:spcBef>
                <a:spcPts val="0"/>
              </a:spcBef>
              <a:spcAft>
                <a:spcPts val="600"/>
              </a:spcAft>
              <a:buSzPct val="70000"/>
              <a:defRPr lang="en-US" sz="1200" kern="1200" dirty="0">
                <a:solidFill>
                  <a:schemeClr val="tx1"/>
                </a:solidFill>
                <a:latin typeface="+mn-lt"/>
                <a:ea typeface="+mn-ea"/>
                <a:cs typeface="+mn-cs"/>
              </a:defRPr>
            </a:lvl4pPr>
            <a:lvl5pPr marL="900000" indent="-180000">
              <a:lnSpc>
                <a:spcPct val="100000"/>
              </a:lnSpc>
              <a:spcBef>
                <a:spcPts val="0"/>
              </a:spcBef>
              <a:spcAft>
                <a:spcPts val="600"/>
              </a:spcAft>
              <a:buSzPct val="70000"/>
              <a:defRPr sz="1200">
                <a:solidFill>
                  <a:schemeClr val="tx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4CA45A5E-8155-944F-17C0-E8C2DF0291BF}"/>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4" name="TextBox 3">
            <a:extLst>
              <a:ext uri="{FF2B5EF4-FFF2-40B4-BE49-F238E27FC236}">
                <a16:creationId xmlns:a16="http://schemas.microsoft.com/office/drawing/2014/main" id="{DD05DD94-B1D7-AF62-87C9-7EF3B816BC50}"/>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cxnSp>
        <p:nvCxnSpPr>
          <p:cNvPr id="12" name="Straight Connector 11">
            <a:extLst>
              <a:ext uri="{FF2B5EF4-FFF2-40B4-BE49-F238E27FC236}">
                <a16:creationId xmlns:a16="http://schemas.microsoft.com/office/drawing/2014/main" id="{BDB7061F-0A55-1A03-A699-500055D8065D}"/>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8" name="Footer Placeholder 2">
            <a:extLst>
              <a:ext uri="{FF2B5EF4-FFF2-40B4-BE49-F238E27FC236}">
                <a16:creationId xmlns:a16="http://schemas.microsoft.com/office/drawing/2014/main" id="{9FEC4AEB-8265-3816-B1A7-81B4297B51B5}"/>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tx1"/>
                </a:solidFill>
              </a:defRPr>
            </a:lvl1pPr>
          </a:lstStyle>
          <a:p>
            <a:r>
              <a:rPr lang="en-US" dirty="0"/>
              <a:t>Apply a document ID (if applicable).</a:t>
            </a:r>
          </a:p>
        </p:txBody>
      </p:sp>
      <p:pic>
        <p:nvPicPr>
          <p:cNvPr id="11" name="Graphic 10" descr="Nokia logo">
            <a:extLst>
              <a:ext uri="{FF2B5EF4-FFF2-40B4-BE49-F238E27FC236}">
                <a16:creationId xmlns:a16="http://schemas.microsoft.com/office/drawing/2014/main" id="{DDAE5CAB-3826-E8DA-788D-488B7B7DEEF5}"/>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42255367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14 Title slide with media 4">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C663BDD0-396A-C130-FA04-231CB3C74388}"/>
              </a:ext>
              <a:ext uri="{C183D7F6-B498-43B3-948B-1728B52AA6E4}">
                <adec:decorative xmlns:adec="http://schemas.microsoft.com/office/drawing/2017/decorative" val="1"/>
              </a:ext>
            </a:extLst>
          </p:cNvPr>
          <p:cNvSpPr>
            <a:spLocks noGrp="1"/>
          </p:cNvSpPr>
          <p:nvPr>
            <p:ph type="pic" sz="quarter" idx="16" hasCustomPrompt="1"/>
          </p:nvPr>
        </p:nvSpPr>
        <p:spPr>
          <a:xfrm>
            <a:off x="3200400" y="0"/>
            <a:ext cx="5943600" cy="5143500"/>
          </a:xfrm>
          <a:prstGeom prst="rect">
            <a:avLst/>
          </a:prstGeom>
          <a:solidFill>
            <a:schemeClr val="tx2"/>
          </a:solidFill>
        </p:spPr>
        <p:txBody>
          <a:bodyPr/>
          <a:lstStyle>
            <a:lvl1pPr marL="0" indent="0">
              <a:buNone/>
              <a:defRPr sz="1000">
                <a:solidFill>
                  <a:schemeClr val="bg1"/>
                </a:solidFill>
              </a:defRPr>
            </a:lvl1pPr>
          </a:lstStyle>
          <a:p>
            <a:r>
              <a:rPr lang="en-US" dirty="0"/>
              <a:t>Click to add picture</a:t>
            </a:r>
          </a:p>
        </p:txBody>
      </p:sp>
      <p:sp>
        <p:nvSpPr>
          <p:cNvPr id="5" name="Title 4">
            <a:extLst>
              <a:ext uri="{FF2B5EF4-FFF2-40B4-BE49-F238E27FC236}">
                <a16:creationId xmlns:a16="http://schemas.microsoft.com/office/drawing/2014/main" id="{82563EBA-CD06-501C-B361-CE925FCE7452}"/>
              </a:ext>
            </a:extLst>
          </p:cNvPr>
          <p:cNvSpPr>
            <a:spLocks noGrp="1"/>
          </p:cNvSpPr>
          <p:nvPr>
            <p:ph type="title"/>
          </p:nvPr>
        </p:nvSpPr>
        <p:spPr>
          <a:xfrm>
            <a:off x="417531" y="396000"/>
            <a:ext cx="24696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accent1"/>
                </a:solidFill>
                <a:latin typeface="+mj-lt"/>
                <a:ea typeface="+mn-ea"/>
                <a:cs typeface="+mn-cs"/>
              </a:defRPr>
            </a:lvl1pPr>
          </a:lstStyle>
          <a:p>
            <a:r>
              <a:rPr lang="en-US"/>
              <a:t>Click to edit Master title style</a:t>
            </a:r>
          </a:p>
        </p:txBody>
      </p:sp>
      <p:sp>
        <p:nvSpPr>
          <p:cNvPr id="7" name="Text Placeholder 5">
            <a:extLst>
              <a:ext uri="{FF2B5EF4-FFF2-40B4-BE49-F238E27FC236}">
                <a16:creationId xmlns:a16="http://schemas.microsoft.com/office/drawing/2014/main" id="{900175A1-ED29-01C4-7FD7-F30E409E2DCF}"/>
              </a:ext>
            </a:extLst>
          </p:cNvPr>
          <p:cNvSpPr>
            <a:spLocks noGrp="1"/>
          </p:cNvSpPr>
          <p:nvPr>
            <p:ph type="body" sz="quarter" idx="10" hasCustomPrompt="1"/>
          </p:nvPr>
        </p:nvSpPr>
        <p:spPr>
          <a:xfrm>
            <a:off x="417599" y="763200"/>
            <a:ext cx="2469600" cy="342000"/>
          </a:xfrm>
          <a:prstGeom prst="rect">
            <a:avLst/>
          </a:prstGeom>
        </p:spPr>
        <p:txBody>
          <a:bodyPr lIns="0" tIns="0" rIns="0" bIns="0"/>
          <a:lstStyle>
            <a:lvl1pPr marL="0" indent="0">
              <a:lnSpc>
                <a:spcPct val="100000"/>
              </a:lnSpc>
              <a:spcBef>
                <a:spcPts val="0"/>
              </a:spcBef>
              <a:buNone/>
              <a:defRPr sz="1800">
                <a:solidFill>
                  <a:schemeClr val="tx1"/>
                </a:solidFill>
                <a:latin typeface="+mj-lt"/>
              </a:defRPr>
            </a:lvl1pPr>
          </a:lstStyle>
          <a:p>
            <a:pPr lvl="0"/>
            <a:r>
              <a:rPr lang="en-US"/>
              <a:t>Click to edit Sub headline</a:t>
            </a:r>
          </a:p>
        </p:txBody>
      </p:sp>
      <p:sp>
        <p:nvSpPr>
          <p:cNvPr id="2" name="Text Placeholder 12">
            <a:extLst>
              <a:ext uri="{FF2B5EF4-FFF2-40B4-BE49-F238E27FC236}">
                <a16:creationId xmlns:a16="http://schemas.microsoft.com/office/drawing/2014/main" id="{7412F25F-3E46-83B5-71D3-ADFFD1463A31}"/>
              </a:ext>
            </a:extLst>
          </p:cNvPr>
          <p:cNvSpPr>
            <a:spLocks noGrp="1"/>
          </p:cNvSpPr>
          <p:nvPr>
            <p:ph type="body" sz="quarter" idx="15"/>
          </p:nvPr>
        </p:nvSpPr>
        <p:spPr>
          <a:xfrm>
            <a:off x="417338" y="1260000"/>
            <a:ext cx="24696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1"/>
                </a:solidFill>
              </a:defRPr>
            </a:lvl1pPr>
            <a:lvl2pPr marL="360000" indent="-180000">
              <a:lnSpc>
                <a:spcPct val="100000"/>
              </a:lnSpc>
              <a:spcBef>
                <a:spcPts val="0"/>
              </a:spcBef>
              <a:spcAft>
                <a:spcPts val="600"/>
              </a:spcAft>
              <a:buSzPct val="70000"/>
              <a:defRPr sz="1200">
                <a:solidFill>
                  <a:schemeClr val="tx1"/>
                </a:solidFill>
              </a:defRPr>
            </a:lvl2pPr>
            <a:lvl3pPr marL="540000" indent="-180000">
              <a:lnSpc>
                <a:spcPct val="100000"/>
              </a:lnSpc>
              <a:spcBef>
                <a:spcPts val="0"/>
              </a:spcBef>
              <a:spcAft>
                <a:spcPts val="600"/>
              </a:spcAft>
              <a:buSzPct val="70000"/>
              <a:defRPr sz="1200">
                <a:solidFill>
                  <a:schemeClr val="tx1"/>
                </a:solidFill>
              </a:defRPr>
            </a:lvl3pPr>
            <a:lvl4pPr marL="720000" indent="-180000">
              <a:lnSpc>
                <a:spcPct val="100000"/>
              </a:lnSpc>
              <a:spcBef>
                <a:spcPts val="0"/>
              </a:spcBef>
              <a:spcAft>
                <a:spcPts val="600"/>
              </a:spcAft>
              <a:buSzPct val="70000"/>
              <a:defRPr lang="en-US" sz="1200" kern="1200" dirty="0">
                <a:solidFill>
                  <a:schemeClr val="tx1"/>
                </a:solidFill>
                <a:latin typeface="+mn-lt"/>
                <a:ea typeface="+mn-ea"/>
                <a:cs typeface="+mn-cs"/>
              </a:defRPr>
            </a:lvl4pPr>
            <a:lvl5pPr marL="900000" indent="-180000">
              <a:lnSpc>
                <a:spcPct val="100000"/>
              </a:lnSpc>
              <a:spcBef>
                <a:spcPts val="0"/>
              </a:spcBef>
              <a:spcAft>
                <a:spcPts val="600"/>
              </a:spcAft>
              <a:buSzPct val="70000"/>
              <a:defRPr sz="1200">
                <a:solidFill>
                  <a:schemeClr val="tx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E3B783F8-E852-2880-7AC7-93C221C8FF1B}"/>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3" name="TextBox 2">
            <a:extLst>
              <a:ext uri="{FF2B5EF4-FFF2-40B4-BE49-F238E27FC236}">
                <a16:creationId xmlns:a16="http://schemas.microsoft.com/office/drawing/2014/main" id="{2069DAC9-98D0-DE29-0854-C322936DF8E9}"/>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cxnSp>
        <p:nvCxnSpPr>
          <p:cNvPr id="12" name="Straight Connector 11">
            <a:extLst>
              <a:ext uri="{FF2B5EF4-FFF2-40B4-BE49-F238E27FC236}">
                <a16:creationId xmlns:a16="http://schemas.microsoft.com/office/drawing/2014/main" id="{380CD787-7ACF-66CF-A555-070E4E9CE9AA}"/>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9" name="Footer Placeholder 2">
            <a:extLst>
              <a:ext uri="{FF2B5EF4-FFF2-40B4-BE49-F238E27FC236}">
                <a16:creationId xmlns:a16="http://schemas.microsoft.com/office/drawing/2014/main" id="{5F00D657-7150-C4CD-A10F-64140FBB30BD}"/>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tx1"/>
                </a:solidFill>
              </a:defRPr>
            </a:lvl1pPr>
          </a:lstStyle>
          <a:p>
            <a:r>
              <a:rPr lang="en-US" dirty="0"/>
              <a:t>Apply a document ID (if applicable).</a:t>
            </a:r>
          </a:p>
        </p:txBody>
      </p:sp>
      <p:pic>
        <p:nvPicPr>
          <p:cNvPr id="11" name="Graphic 10" descr="Nokia logo">
            <a:extLst>
              <a:ext uri="{FF2B5EF4-FFF2-40B4-BE49-F238E27FC236}">
                <a16:creationId xmlns:a16="http://schemas.microsoft.com/office/drawing/2014/main" id="{597F3582-E64D-A921-75B4-391A00930544}"/>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21590158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1 Blank dark">
    <p:bg>
      <p:bgPr>
        <a:solidFill>
          <a:schemeClr val="tx1"/>
        </a:solidFill>
        <a:effectLst/>
      </p:bgPr>
    </p:bg>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8A0EFD0E-73A9-D773-3F8A-B9B78A9503C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4" name="TextBox 3">
            <a:extLst>
              <a:ext uri="{FF2B5EF4-FFF2-40B4-BE49-F238E27FC236}">
                <a16:creationId xmlns:a16="http://schemas.microsoft.com/office/drawing/2014/main" id="{BB2D48F3-5FAB-7137-F8DD-66420388FACA}"/>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cxnSp>
        <p:nvCxnSpPr>
          <p:cNvPr id="6" name="Straight Connector 5">
            <a:extLst>
              <a:ext uri="{FF2B5EF4-FFF2-40B4-BE49-F238E27FC236}">
                <a16:creationId xmlns:a16="http://schemas.microsoft.com/office/drawing/2014/main" id="{76A6D2F2-826D-28EB-9DAD-3942D586B302}"/>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8" name="Footer Placeholder 2">
            <a:extLst>
              <a:ext uri="{FF2B5EF4-FFF2-40B4-BE49-F238E27FC236}">
                <a16:creationId xmlns:a16="http://schemas.microsoft.com/office/drawing/2014/main" id="{C021FBAF-6C06-6FF4-B424-967A0139D27B}"/>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dirty="0"/>
              <a:t>Apply a document ID (if applicable).</a:t>
            </a:r>
          </a:p>
        </p:txBody>
      </p:sp>
      <p:pic>
        <p:nvPicPr>
          <p:cNvPr id="2" name="Graphic 1" descr="Nokia logo">
            <a:extLst>
              <a:ext uri="{FF2B5EF4-FFF2-40B4-BE49-F238E27FC236}">
                <a16:creationId xmlns:a16="http://schemas.microsoft.com/office/drawing/2014/main" id="{7CA3991F-2F28-C804-8C14-05F1D720B715}"/>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39386687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2 Title dark">
    <p:bg>
      <p:bgPr>
        <a:solidFill>
          <a:schemeClr val="tx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3F610624-27D3-5359-FFFC-D7E326DE60DF}"/>
              </a:ext>
            </a:extLst>
          </p:cNvPr>
          <p:cNvSpPr>
            <a:spLocks noGrp="1"/>
          </p:cNvSpPr>
          <p:nvPr>
            <p:ph type="title" hasCustomPrompt="1"/>
          </p:nvPr>
        </p:nvSpPr>
        <p:spPr>
          <a:xfrm>
            <a:off x="417531" y="396000"/>
            <a:ext cx="83088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bg1"/>
                </a:solidFill>
                <a:latin typeface="+mj-lt"/>
                <a:ea typeface="+mn-ea"/>
                <a:cs typeface="+mn-cs"/>
              </a:defRPr>
            </a:lvl1pPr>
          </a:lstStyle>
          <a:p>
            <a:r>
              <a:rPr lang="en-US"/>
              <a:t>Click to edit headline</a:t>
            </a:r>
          </a:p>
        </p:txBody>
      </p:sp>
      <p:sp>
        <p:nvSpPr>
          <p:cNvPr id="11" name="Text Placeholder 5">
            <a:extLst>
              <a:ext uri="{FF2B5EF4-FFF2-40B4-BE49-F238E27FC236}">
                <a16:creationId xmlns:a16="http://schemas.microsoft.com/office/drawing/2014/main" id="{B634223B-F986-07AA-CBE2-6EF6BD27C3A5}"/>
              </a:ext>
            </a:extLst>
          </p:cNvPr>
          <p:cNvSpPr>
            <a:spLocks noGrp="1"/>
          </p:cNvSpPr>
          <p:nvPr>
            <p:ph type="body" sz="quarter" idx="10" hasCustomPrompt="1"/>
          </p:nvPr>
        </p:nvSpPr>
        <p:spPr>
          <a:xfrm>
            <a:off x="417599" y="763200"/>
            <a:ext cx="8308800" cy="342000"/>
          </a:xfrm>
          <a:prstGeom prst="rect">
            <a:avLst/>
          </a:prstGeom>
        </p:spPr>
        <p:txBody>
          <a:bodyPr lIns="0" tIns="0" rIns="0" bIns="0"/>
          <a:lstStyle>
            <a:lvl1pPr marL="0" indent="0">
              <a:lnSpc>
                <a:spcPct val="100000"/>
              </a:lnSpc>
              <a:spcBef>
                <a:spcPts val="0"/>
              </a:spcBef>
              <a:buNone/>
              <a:defRPr sz="1800">
                <a:solidFill>
                  <a:schemeClr val="bg1"/>
                </a:solidFill>
                <a:latin typeface="+mj-lt"/>
              </a:defRPr>
            </a:lvl1pPr>
          </a:lstStyle>
          <a:p>
            <a:pPr lvl="0"/>
            <a:r>
              <a:rPr lang="en-US"/>
              <a:t>Click to edit Sub headline</a:t>
            </a:r>
          </a:p>
        </p:txBody>
      </p:sp>
      <p:sp>
        <p:nvSpPr>
          <p:cNvPr id="7" name="Slide Number Placeholder 5">
            <a:extLst>
              <a:ext uri="{FF2B5EF4-FFF2-40B4-BE49-F238E27FC236}">
                <a16:creationId xmlns:a16="http://schemas.microsoft.com/office/drawing/2014/main" id="{68BF3F94-260D-91AB-AFD5-771888AB1171}"/>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5" name="TextBox 4">
            <a:extLst>
              <a:ext uri="{FF2B5EF4-FFF2-40B4-BE49-F238E27FC236}">
                <a16:creationId xmlns:a16="http://schemas.microsoft.com/office/drawing/2014/main" id="{1559A584-CCB0-5173-FFC9-AEB0F836BD39}"/>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cxnSp>
        <p:nvCxnSpPr>
          <p:cNvPr id="9" name="Straight Connector 8">
            <a:extLst>
              <a:ext uri="{FF2B5EF4-FFF2-40B4-BE49-F238E27FC236}">
                <a16:creationId xmlns:a16="http://schemas.microsoft.com/office/drawing/2014/main" id="{091FF5EE-EE66-EA07-E293-2859E8F3C4ED}"/>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12" name="Footer Placeholder 2">
            <a:extLst>
              <a:ext uri="{FF2B5EF4-FFF2-40B4-BE49-F238E27FC236}">
                <a16:creationId xmlns:a16="http://schemas.microsoft.com/office/drawing/2014/main" id="{0F66E100-BF7D-D207-D6A5-EB6CBB5DFF34}"/>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dirty="0"/>
              <a:t>Apply a document ID (if applicable).</a:t>
            </a:r>
          </a:p>
        </p:txBody>
      </p:sp>
      <p:pic>
        <p:nvPicPr>
          <p:cNvPr id="2" name="Graphic 1" descr="Nokia logo">
            <a:extLst>
              <a:ext uri="{FF2B5EF4-FFF2-40B4-BE49-F238E27FC236}">
                <a16:creationId xmlns:a16="http://schemas.microsoft.com/office/drawing/2014/main" id="{0E72FD2C-139D-1E81-B0B0-9A43BDF6E15A}"/>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23516886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3 Text dark">
    <p:bg>
      <p:bgPr>
        <a:solidFill>
          <a:schemeClr val="tx1"/>
        </a:solidFill>
        <a:effectLst/>
      </p:bgPr>
    </p:bg>
    <p:spTree>
      <p:nvGrpSpPr>
        <p:cNvPr id="1" name=""/>
        <p:cNvGrpSpPr/>
        <p:nvPr/>
      </p:nvGrpSpPr>
      <p:grpSpPr>
        <a:xfrm>
          <a:off x="0" y="0"/>
          <a:ext cx="0" cy="0"/>
          <a:chOff x="0" y="0"/>
          <a:chExt cx="0" cy="0"/>
        </a:xfrm>
      </p:grpSpPr>
      <p:sp>
        <p:nvSpPr>
          <p:cNvPr id="11" name="Title 4">
            <a:extLst>
              <a:ext uri="{FF2B5EF4-FFF2-40B4-BE49-F238E27FC236}">
                <a16:creationId xmlns:a16="http://schemas.microsoft.com/office/drawing/2014/main" id="{5931780A-C656-32C1-4F7B-3ABC88B4253E}"/>
              </a:ext>
            </a:extLst>
          </p:cNvPr>
          <p:cNvSpPr>
            <a:spLocks noGrp="1"/>
          </p:cNvSpPr>
          <p:nvPr>
            <p:ph type="title" hasCustomPrompt="1"/>
          </p:nvPr>
        </p:nvSpPr>
        <p:spPr>
          <a:xfrm>
            <a:off x="417531" y="396000"/>
            <a:ext cx="83088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bg1"/>
                </a:solidFill>
                <a:latin typeface="+mj-lt"/>
                <a:ea typeface="+mn-ea"/>
                <a:cs typeface="+mn-cs"/>
              </a:defRPr>
            </a:lvl1pPr>
          </a:lstStyle>
          <a:p>
            <a:r>
              <a:rPr lang="en-US"/>
              <a:t>Click to edit headline</a:t>
            </a:r>
          </a:p>
        </p:txBody>
      </p:sp>
      <p:sp>
        <p:nvSpPr>
          <p:cNvPr id="12" name="Text Placeholder 5">
            <a:extLst>
              <a:ext uri="{FF2B5EF4-FFF2-40B4-BE49-F238E27FC236}">
                <a16:creationId xmlns:a16="http://schemas.microsoft.com/office/drawing/2014/main" id="{404DBDA7-953B-D3E1-9591-5887247995B1}"/>
              </a:ext>
            </a:extLst>
          </p:cNvPr>
          <p:cNvSpPr>
            <a:spLocks noGrp="1"/>
          </p:cNvSpPr>
          <p:nvPr>
            <p:ph type="body" sz="quarter" idx="10" hasCustomPrompt="1"/>
          </p:nvPr>
        </p:nvSpPr>
        <p:spPr>
          <a:xfrm>
            <a:off x="417599" y="763200"/>
            <a:ext cx="8308800" cy="342000"/>
          </a:xfrm>
          <a:prstGeom prst="rect">
            <a:avLst/>
          </a:prstGeom>
        </p:spPr>
        <p:txBody>
          <a:bodyPr lIns="0" tIns="0" rIns="0" bIns="0"/>
          <a:lstStyle>
            <a:lvl1pPr marL="0" indent="0">
              <a:lnSpc>
                <a:spcPct val="100000"/>
              </a:lnSpc>
              <a:spcBef>
                <a:spcPts val="0"/>
              </a:spcBef>
              <a:buNone/>
              <a:defRPr sz="1800">
                <a:solidFill>
                  <a:schemeClr val="bg1"/>
                </a:solidFill>
                <a:latin typeface="+mj-lt"/>
              </a:defRPr>
            </a:lvl1pPr>
          </a:lstStyle>
          <a:p>
            <a:pPr lvl="0"/>
            <a:r>
              <a:rPr lang="en-US"/>
              <a:t>Click to edit Sub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8308800" cy="3118980"/>
          </a:xfrm>
          <a:prstGeom prst="rect">
            <a:avLst/>
          </a:prstGeom>
        </p:spPr>
        <p:txBody>
          <a:bodyPr lIns="0" tIns="0" rIns="0" bIns="0"/>
          <a:lstStyle>
            <a:lvl1pPr marL="0" indent="0">
              <a:lnSpc>
                <a:spcPct val="100000"/>
              </a:lnSpc>
              <a:spcBef>
                <a:spcPts val="0"/>
              </a:spcBef>
              <a:spcAft>
                <a:spcPts val="600"/>
              </a:spcAft>
              <a:buSzPct val="70000"/>
              <a:buNone/>
              <a:defRPr sz="1200">
                <a:solidFill>
                  <a:schemeClr val="bg1"/>
                </a:solidFill>
              </a:defRPr>
            </a:lvl1pPr>
            <a:lvl2pPr marL="180000" indent="0">
              <a:lnSpc>
                <a:spcPct val="100000"/>
              </a:lnSpc>
              <a:spcBef>
                <a:spcPts val="0"/>
              </a:spcBef>
              <a:spcAft>
                <a:spcPts val="600"/>
              </a:spcAft>
              <a:buSzPct val="70000"/>
              <a:buNone/>
              <a:defRPr sz="1200">
                <a:solidFill>
                  <a:schemeClr val="bg1"/>
                </a:solidFill>
              </a:defRPr>
            </a:lvl2pPr>
            <a:lvl3pPr marL="360000" indent="0">
              <a:lnSpc>
                <a:spcPct val="100000"/>
              </a:lnSpc>
              <a:spcBef>
                <a:spcPts val="0"/>
              </a:spcBef>
              <a:spcAft>
                <a:spcPts val="600"/>
              </a:spcAft>
              <a:buSzPct val="70000"/>
              <a:buNone/>
              <a:defRPr sz="1200">
                <a:solidFill>
                  <a:schemeClr val="bg1"/>
                </a:solidFill>
              </a:defRPr>
            </a:lvl3pPr>
            <a:lvl4pPr marL="540000" indent="0">
              <a:lnSpc>
                <a:spcPct val="100000"/>
              </a:lnSpc>
              <a:spcBef>
                <a:spcPts val="0"/>
              </a:spcBef>
              <a:spcAft>
                <a:spcPts val="600"/>
              </a:spcAft>
              <a:buSzPct val="70000"/>
              <a:buNone/>
              <a:defRPr sz="1200">
                <a:solidFill>
                  <a:schemeClr val="bg1"/>
                </a:solidFill>
              </a:defRPr>
            </a:lvl4pPr>
            <a:lvl5pPr marL="720000" indent="0">
              <a:lnSpc>
                <a:spcPct val="100000"/>
              </a:lnSpc>
              <a:spcBef>
                <a:spcPts val="0"/>
              </a:spcBef>
              <a:spcAft>
                <a:spcPts val="600"/>
              </a:spcAft>
              <a:buSzPct val="70000"/>
              <a:buNone/>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a:extLst>
              <a:ext uri="{FF2B5EF4-FFF2-40B4-BE49-F238E27FC236}">
                <a16:creationId xmlns:a16="http://schemas.microsoft.com/office/drawing/2014/main" id="{CFE394A0-1BF5-A207-62B2-624B902703EF}"/>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7" name="TextBox 6">
            <a:extLst>
              <a:ext uri="{FF2B5EF4-FFF2-40B4-BE49-F238E27FC236}">
                <a16:creationId xmlns:a16="http://schemas.microsoft.com/office/drawing/2014/main" id="{EA8F815C-F7BD-B743-55F1-819C90566A64}"/>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cxnSp>
        <p:nvCxnSpPr>
          <p:cNvPr id="10" name="Straight Connector 9">
            <a:extLst>
              <a:ext uri="{FF2B5EF4-FFF2-40B4-BE49-F238E27FC236}">
                <a16:creationId xmlns:a16="http://schemas.microsoft.com/office/drawing/2014/main" id="{9E2F7BD4-C9BA-1341-6E3D-2351FE00709E}"/>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13" name="Footer Placeholder 2">
            <a:extLst>
              <a:ext uri="{FF2B5EF4-FFF2-40B4-BE49-F238E27FC236}">
                <a16:creationId xmlns:a16="http://schemas.microsoft.com/office/drawing/2014/main" id="{F362F7ED-C2A3-E1DD-8729-A9B3A26605A2}"/>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dirty="0"/>
              <a:t>Apply a document ID (if applicable).</a:t>
            </a:r>
          </a:p>
        </p:txBody>
      </p:sp>
      <p:pic>
        <p:nvPicPr>
          <p:cNvPr id="3" name="Graphic 2" descr="Nokia logo">
            <a:extLst>
              <a:ext uri="{FF2B5EF4-FFF2-40B4-BE49-F238E27FC236}">
                <a16:creationId xmlns:a16="http://schemas.microsoft.com/office/drawing/2014/main" id="{2385D46B-EEC6-C84B-3B2D-CF2F4D759F7F}"/>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32028513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4 Bulletpoint text 1 col dark">
    <p:bg>
      <p:bgPr>
        <a:solidFill>
          <a:schemeClr val="tx1"/>
        </a:solidFill>
        <a:effectLst/>
      </p:bgPr>
    </p:bg>
    <p:spTree>
      <p:nvGrpSpPr>
        <p:cNvPr id="1" name=""/>
        <p:cNvGrpSpPr/>
        <p:nvPr/>
      </p:nvGrpSpPr>
      <p:grpSpPr>
        <a:xfrm>
          <a:off x="0" y="0"/>
          <a:ext cx="0" cy="0"/>
          <a:chOff x="0" y="0"/>
          <a:chExt cx="0" cy="0"/>
        </a:xfrm>
      </p:grpSpPr>
      <p:sp>
        <p:nvSpPr>
          <p:cNvPr id="12" name="Title 4">
            <a:extLst>
              <a:ext uri="{FF2B5EF4-FFF2-40B4-BE49-F238E27FC236}">
                <a16:creationId xmlns:a16="http://schemas.microsoft.com/office/drawing/2014/main" id="{743D81ED-DDBE-A99B-BD4B-7277B049F511}"/>
              </a:ext>
            </a:extLst>
          </p:cNvPr>
          <p:cNvSpPr>
            <a:spLocks noGrp="1"/>
          </p:cNvSpPr>
          <p:nvPr>
            <p:ph type="title" hasCustomPrompt="1"/>
          </p:nvPr>
        </p:nvSpPr>
        <p:spPr>
          <a:xfrm>
            <a:off x="417531" y="396000"/>
            <a:ext cx="83088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bg1"/>
                </a:solidFill>
                <a:latin typeface="+mj-lt"/>
                <a:ea typeface="+mn-ea"/>
                <a:cs typeface="+mn-cs"/>
              </a:defRPr>
            </a:lvl1pPr>
          </a:lstStyle>
          <a:p>
            <a:r>
              <a:rPr lang="en-US"/>
              <a:t>Click to edit headline</a:t>
            </a:r>
          </a:p>
        </p:txBody>
      </p:sp>
      <p:sp>
        <p:nvSpPr>
          <p:cNvPr id="13" name="Text Placeholder 5">
            <a:extLst>
              <a:ext uri="{FF2B5EF4-FFF2-40B4-BE49-F238E27FC236}">
                <a16:creationId xmlns:a16="http://schemas.microsoft.com/office/drawing/2014/main" id="{40C63C5E-DBE9-8287-CD3F-76398F5E9A13}"/>
              </a:ext>
            </a:extLst>
          </p:cNvPr>
          <p:cNvSpPr>
            <a:spLocks noGrp="1"/>
          </p:cNvSpPr>
          <p:nvPr>
            <p:ph type="body" sz="quarter" idx="10" hasCustomPrompt="1"/>
          </p:nvPr>
        </p:nvSpPr>
        <p:spPr>
          <a:xfrm>
            <a:off x="417599" y="763200"/>
            <a:ext cx="8308800" cy="342000"/>
          </a:xfrm>
          <a:prstGeom prst="rect">
            <a:avLst/>
          </a:prstGeom>
        </p:spPr>
        <p:txBody>
          <a:bodyPr lIns="0" tIns="0" rIns="0" bIns="0"/>
          <a:lstStyle>
            <a:lvl1pPr marL="0" indent="0">
              <a:lnSpc>
                <a:spcPct val="100000"/>
              </a:lnSpc>
              <a:spcBef>
                <a:spcPts val="0"/>
              </a:spcBef>
              <a:buNone/>
              <a:defRPr sz="1800">
                <a:solidFill>
                  <a:schemeClr val="bg1"/>
                </a:solidFill>
                <a:latin typeface="+mj-lt"/>
              </a:defRPr>
            </a:lvl1pPr>
          </a:lstStyle>
          <a:p>
            <a:pPr lvl="0"/>
            <a:r>
              <a:rPr lang="en-US"/>
              <a:t>Click to edit Sub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83088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CC281E37-10DE-9743-87A9-A079EEC7D36E}"/>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3" name="TextBox 2">
            <a:extLst>
              <a:ext uri="{FF2B5EF4-FFF2-40B4-BE49-F238E27FC236}">
                <a16:creationId xmlns:a16="http://schemas.microsoft.com/office/drawing/2014/main" id="{9F4D957F-E5DE-27F8-AACE-C02FAE5A4250}"/>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cxnSp>
        <p:nvCxnSpPr>
          <p:cNvPr id="11" name="Straight Connector 10">
            <a:extLst>
              <a:ext uri="{FF2B5EF4-FFF2-40B4-BE49-F238E27FC236}">
                <a16:creationId xmlns:a16="http://schemas.microsoft.com/office/drawing/2014/main" id="{E691BB5A-2185-A4D8-A4DC-15A08501FAEA}"/>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9" name="Footer Placeholder 2">
            <a:extLst>
              <a:ext uri="{FF2B5EF4-FFF2-40B4-BE49-F238E27FC236}">
                <a16:creationId xmlns:a16="http://schemas.microsoft.com/office/drawing/2014/main" id="{50701039-6E84-E6CE-7E91-BAB5836AA8DF}"/>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dirty="0"/>
              <a:t>Apply a document ID (if applicable).</a:t>
            </a:r>
          </a:p>
        </p:txBody>
      </p:sp>
      <p:pic>
        <p:nvPicPr>
          <p:cNvPr id="10" name="Graphic 9" descr="Nokia logo">
            <a:extLst>
              <a:ext uri="{FF2B5EF4-FFF2-40B4-BE49-F238E27FC236}">
                <a16:creationId xmlns:a16="http://schemas.microsoft.com/office/drawing/2014/main" id="{A0E9EB38-7E20-0C4F-3C98-F16CA8AE9713}"/>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27592877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5 Bulletpoint text 2 col dark">
    <p:bg>
      <p:bgPr>
        <a:solidFill>
          <a:schemeClr val="tx1"/>
        </a:solidFill>
        <a:effectLst/>
      </p:bgPr>
    </p:bg>
    <p:spTree>
      <p:nvGrpSpPr>
        <p:cNvPr id="1" name=""/>
        <p:cNvGrpSpPr/>
        <p:nvPr/>
      </p:nvGrpSpPr>
      <p:grpSpPr>
        <a:xfrm>
          <a:off x="0" y="0"/>
          <a:ext cx="0" cy="0"/>
          <a:chOff x="0" y="0"/>
          <a:chExt cx="0" cy="0"/>
        </a:xfrm>
      </p:grpSpPr>
      <p:sp>
        <p:nvSpPr>
          <p:cNvPr id="13" name="Title 4">
            <a:extLst>
              <a:ext uri="{FF2B5EF4-FFF2-40B4-BE49-F238E27FC236}">
                <a16:creationId xmlns:a16="http://schemas.microsoft.com/office/drawing/2014/main" id="{86FF3B09-9F03-F0B8-C544-B1FF2E642A94}"/>
              </a:ext>
            </a:extLst>
          </p:cNvPr>
          <p:cNvSpPr>
            <a:spLocks noGrp="1"/>
          </p:cNvSpPr>
          <p:nvPr>
            <p:ph type="title" hasCustomPrompt="1"/>
          </p:nvPr>
        </p:nvSpPr>
        <p:spPr>
          <a:xfrm>
            <a:off x="417531" y="396000"/>
            <a:ext cx="83088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bg1"/>
                </a:solidFill>
                <a:latin typeface="+mj-lt"/>
                <a:ea typeface="+mn-ea"/>
                <a:cs typeface="+mn-cs"/>
              </a:defRPr>
            </a:lvl1pPr>
          </a:lstStyle>
          <a:p>
            <a:r>
              <a:rPr lang="en-US"/>
              <a:t>Click to edit headline</a:t>
            </a:r>
          </a:p>
        </p:txBody>
      </p:sp>
      <p:sp>
        <p:nvSpPr>
          <p:cNvPr id="14" name="Text Placeholder 5">
            <a:extLst>
              <a:ext uri="{FF2B5EF4-FFF2-40B4-BE49-F238E27FC236}">
                <a16:creationId xmlns:a16="http://schemas.microsoft.com/office/drawing/2014/main" id="{213A9A1B-80B7-326D-75D5-CD9E713352B7}"/>
              </a:ext>
            </a:extLst>
          </p:cNvPr>
          <p:cNvSpPr>
            <a:spLocks noGrp="1"/>
          </p:cNvSpPr>
          <p:nvPr>
            <p:ph type="body" sz="quarter" idx="10" hasCustomPrompt="1"/>
          </p:nvPr>
        </p:nvSpPr>
        <p:spPr>
          <a:xfrm>
            <a:off x="417599" y="763200"/>
            <a:ext cx="8308800" cy="342000"/>
          </a:xfrm>
          <a:prstGeom prst="rect">
            <a:avLst/>
          </a:prstGeom>
        </p:spPr>
        <p:txBody>
          <a:bodyPr lIns="0" tIns="0" rIns="0" bIns="0"/>
          <a:lstStyle>
            <a:lvl1pPr marL="0" indent="0">
              <a:lnSpc>
                <a:spcPct val="100000"/>
              </a:lnSpc>
              <a:spcBef>
                <a:spcPts val="0"/>
              </a:spcBef>
              <a:buNone/>
              <a:defRPr sz="1800">
                <a:solidFill>
                  <a:schemeClr val="bg1"/>
                </a:solidFill>
                <a:latin typeface="+mj-lt"/>
              </a:defRPr>
            </a:lvl1pPr>
          </a:lstStyle>
          <a:p>
            <a:pPr lvl="0"/>
            <a:r>
              <a:rPr lang="en-US"/>
              <a:t>Click to edit Sub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4068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12">
            <a:extLst>
              <a:ext uri="{FF2B5EF4-FFF2-40B4-BE49-F238E27FC236}">
                <a16:creationId xmlns:a16="http://schemas.microsoft.com/office/drawing/2014/main" id="{57FF8C70-8D9A-A91A-9AA2-5BAED4E5562B}"/>
              </a:ext>
            </a:extLst>
          </p:cNvPr>
          <p:cNvSpPr>
            <a:spLocks noGrp="1"/>
          </p:cNvSpPr>
          <p:nvPr>
            <p:ph type="body" sz="quarter" idx="16"/>
          </p:nvPr>
        </p:nvSpPr>
        <p:spPr>
          <a:xfrm>
            <a:off x="4658664" y="1260000"/>
            <a:ext cx="4068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a:extLst>
              <a:ext uri="{FF2B5EF4-FFF2-40B4-BE49-F238E27FC236}">
                <a16:creationId xmlns:a16="http://schemas.microsoft.com/office/drawing/2014/main" id="{DA31894B-2ADC-F353-515E-61B978FE204D}"/>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7" name="TextBox 6">
            <a:extLst>
              <a:ext uri="{FF2B5EF4-FFF2-40B4-BE49-F238E27FC236}">
                <a16:creationId xmlns:a16="http://schemas.microsoft.com/office/drawing/2014/main" id="{BAB1039B-CAD1-E7A1-9A8E-421F00BB27A5}"/>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cxnSp>
        <p:nvCxnSpPr>
          <p:cNvPr id="12" name="Straight Connector 11">
            <a:extLst>
              <a:ext uri="{FF2B5EF4-FFF2-40B4-BE49-F238E27FC236}">
                <a16:creationId xmlns:a16="http://schemas.microsoft.com/office/drawing/2014/main" id="{B7CAE2D1-1434-8F6A-0189-9BCF633F46B6}"/>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10" name="Footer Placeholder 2">
            <a:extLst>
              <a:ext uri="{FF2B5EF4-FFF2-40B4-BE49-F238E27FC236}">
                <a16:creationId xmlns:a16="http://schemas.microsoft.com/office/drawing/2014/main" id="{C5176F92-BBFE-DBC8-EAB4-685F805E3A22}"/>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dirty="0"/>
              <a:t>Apply a document ID (if applicable).</a:t>
            </a:r>
          </a:p>
        </p:txBody>
      </p:sp>
      <p:pic>
        <p:nvPicPr>
          <p:cNvPr id="11" name="Graphic 10" descr="Nokia logo">
            <a:extLst>
              <a:ext uri="{FF2B5EF4-FFF2-40B4-BE49-F238E27FC236}">
                <a16:creationId xmlns:a16="http://schemas.microsoft.com/office/drawing/2014/main" id="{677D79E4-7DD3-8340-C2E1-7861565F8A4B}"/>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39720140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6 Bulletpoint text 3 col dark">
    <p:bg>
      <p:bgPr>
        <a:solidFill>
          <a:schemeClr val="tx1"/>
        </a:solidFill>
        <a:effectLst/>
      </p:bgPr>
    </p:bg>
    <p:spTree>
      <p:nvGrpSpPr>
        <p:cNvPr id="1" name=""/>
        <p:cNvGrpSpPr/>
        <p:nvPr/>
      </p:nvGrpSpPr>
      <p:grpSpPr>
        <a:xfrm>
          <a:off x="0" y="0"/>
          <a:ext cx="0" cy="0"/>
          <a:chOff x="0" y="0"/>
          <a:chExt cx="0" cy="0"/>
        </a:xfrm>
      </p:grpSpPr>
      <p:sp>
        <p:nvSpPr>
          <p:cNvPr id="13" name="Title 4">
            <a:extLst>
              <a:ext uri="{FF2B5EF4-FFF2-40B4-BE49-F238E27FC236}">
                <a16:creationId xmlns:a16="http://schemas.microsoft.com/office/drawing/2014/main" id="{69BAFA85-BC0C-65CB-664C-099FF70B5117}"/>
              </a:ext>
            </a:extLst>
          </p:cNvPr>
          <p:cNvSpPr>
            <a:spLocks noGrp="1"/>
          </p:cNvSpPr>
          <p:nvPr>
            <p:ph type="title" hasCustomPrompt="1"/>
          </p:nvPr>
        </p:nvSpPr>
        <p:spPr>
          <a:xfrm>
            <a:off x="417531" y="396000"/>
            <a:ext cx="83088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bg1"/>
                </a:solidFill>
                <a:latin typeface="+mj-lt"/>
                <a:ea typeface="+mn-ea"/>
                <a:cs typeface="+mn-cs"/>
              </a:defRPr>
            </a:lvl1pPr>
          </a:lstStyle>
          <a:p>
            <a:r>
              <a:rPr lang="en-US"/>
              <a:t>Click to edit headline</a:t>
            </a:r>
          </a:p>
        </p:txBody>
      </p:sp>
      <p:sp>
        <p:nvSpPr>
          <p:cNvPr id="14" name="Text Placeholder 5">
            <a:extLst>
              <a:ext uri="{FF2B5EF4-FFF2-40B4-BE49-F238E27FC236}">
                <a16:creationId xmlns:a16="http://schemas.microsoft.com/office/drawing/2014/main" id="{A60874E9-82D7-4D6B-56F2-6CC35DB55D72}"/>
              </a:ext>
            </a:extLst>
          </p:cNvPr>
          <p:cNvSpPr>
            <a:spLocks noGrp="1"/>
          </p:cNvSpPr>
          <p:nvPr>
            <p:ph type="body" sz="quarter" idx="10" hasCustomPrompt="1"/>
          </p:nvPr>
        </p:nvSpPr>
        <p:spPr>
          <a:xfrm>
            <a:off x="417599" y="763200"/>
            <a:ext cx="8308800" cy="342000"/>
          </a:xfrm>
          <a:prstGeom prst="rect">
            <a:avLst/>
          </a:prstGeom>
        </p:spPr>
        <p:txBody>
          <a:bodyPr lIns="0" tIns="0" rIns="0" bIns="0"/>
          <a:lstStyle>
            <a:lvl1pPr marL="0" indent="0">
              <a:lnSpc>
                <a:spcPct val="100000"/>
              </a:lnSpc>
              <a:spcBef>
                <a:spcPts val="0"/>
              </a:spcBef>
              <a:buNone/>
              <a:defRPr sz="1800">
                <a:solidFill>
                  <a:schemeClr val="bg1"/>
                </a:solidFill>
                <a:latin typeface="+mj-lt"/>
              </a:defRPr>
            </a:lvl1pPr>
          </a:lstStyle>
          <a:p>
            <a:pPr lvl="0"/>
            <a:r>
              <a:rPr lang="en-US"/>
              <a:t>Click to edit Sub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270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3222000" y="1260000"/>
            <a:ext cx="270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6026662" y="1260000"/>
            <a:ext cx="2697658"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id="{2FBD0FB5-5841-7798-81F7-03203504ECC7}"/>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3" name="TextBox 2">
            <a:extLst>
              <a:ext uri="{FF2B5EF4-FFF2-40B4-BE49-F238E27FC236}">
                <a16:creationId xmlns:a16="http://schemas.microsoft.com/office/drawing/2014/main" id="{4FFAD2D5-5981-9B4A-69C8-3901DF8F8468}"/>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cxnSp>
        <p:nvCxnSpPr>
          <p:cNvPr id="12" name="Straight Connector 11">
            <a:extLst>
              <a:ext uri="{FF2B5EF4-FFF2-40B4-BE49-F238E27FC236}">
                <a16:creationId xmlns:a16="http://schemas.microsoft.com/office/drawing/2014/main" id="{E59A3DAE-2325-5601-A916-159A31E7FB3B}"/>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15" name="Footer Placeholder 2">
            <a:extLst>
              <a:ext uri="{FF2B5EF4-FFF2-40B4-BE49-F238E27FC236}">
                <a16:creationId xmlns:a16="http://schemas.microsoft.com/office/drawing/2014/main" id="{9024A70A-45FE-D443-B1F3-C03BAFA27BD1}"/>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dirty="0"/>
              <a:t>Apply a document ID (if applicable).</a:t>
            </a:r>
          </a:p>
        </p:txBody>
      </p:sp>
      <p:pic>
        <p:nvPicPr>
          <p:cNvPr id="7" name="Graphic 6" descr="Nokia logo">
            <a:extLst>
              <a:ext uri="{FF2B5EF4-FFF2-40B4-BE49-F238E27FC236}">
                <a16:creationId xmlns:a16="http://schemas.microsoft.com/office/drawing/2014/main" id="{CE884058-E3A4-33F2-BB69-812C29026304}"/>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489495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7 Bulletpoint text 4 col dark">
    <p:bg>
      <p:bgPr>
        <a:solidFill>
          <a:schemeClr val="tx1"/>
        </a:solidFill>
        <a:effectLst/>
      </p:bgPr>
    </p:bg>
    <p:spTree>
      <p:nvGrpSpPr>
        <p:cNvPr id="1" name=""/>
        <p:cNvGrpSpPr/>
        <p:nvPr/>
      </p:nvGrpSpPr>
      <p:grpSpPr>
        <a:xfrm>
          <a:off x="0" y="0"/>
          <a:ext cx="0" cy="0"/>
          <a:chOff x="0" y="0"/>
          <a:chExt cx="0" cy="0"/>
        </a:xfrm>
      </p:grpSpPr>
      <p:sp>
        <p:nvSpPr>
          <p:cNvPr id="14" name="Title 4">
            <a:extLst>
              <a:ext uri="{FF2B5EF4-FFF2-40B4-BE49-F238E27FC236}">
                <a16:creationId xmlns:a16="http://schemas.microsoft.com/office/drawing/2014/main" id="{D8F5E3A3-C38C-2B3C-E5F3-EE4797DBE0E8}"/>
              </a:ext>
            </a:extLst>
          </p:cNvPr>
          <p:cNvSpPr>
            <a:spLocks noGrp="1"/>
          </p:cNvSpPr>
          <p:nvPr>
            <p:ph type="title" hasCustomPrompt="1"/>
          </p:nvPr>
        </p:nvSpPr>
        <p:spPr>
          <a:xfrm>
            <a:off x="417531" y="396000"/>
            <a:ext cx="83088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bg1"/>
                </a:solidFill>
                <a:latin typeface="+mj-lt"/>
                <a:ea typeface="+mn-ea"/>
                <a:cs typeface="+mn-cs"/>
              </a:defRPr>
            </a:lvl1pPr>
          </a:lstStyle>
          <a:p>
            <a:r>
              <a:rPr lang="en-US"/>
              <a:t>Click to edit headline</a:t>
            </a:r>
          </a:p>
        </p:txBody>
      </p:sp>
      <p:sp>
        <p:nvSpPr>
          <p:cNvPr id="15" name="Text Placeholder 5">
            <a:extLst>
              <a:ext uri="{FF2B5EF4-FFF2-40B4-BE49-F238E27FC236}">
                <a16:creationId xmlns:a16="http://schemas.microsoft.com/office/drawing/2014/main" id="{30EFF901-B8B0-63EA-7977-1632AF437E8E}"/>
              </a:ext>
            </a:extLst>
          </p:cNvPr>
          <p:cNvSpPr>
            <a:spLocks noGrp="1"/>
          </p:cNvSpPr>
          <p:nvPr>
            <p:ph type="body" sz="quarter" idx="10" hasCustomPrompt="1"/>
          </p:nvPr>
        </p:nvSpPr>
        <p:spPr>
          <a:xfrm>
            <a:off x="417599" y="763200"/>
            <a:ext cx="8308800" cy="342000"/>
          </a:xfrm>
          <a:prstGeom prst="rect">
            <a:avLst/>
          </a:prstGeom>
        </p:spPr>
        <p:txBody>
          <a:bodyPr lIns="0" tIns="0" rIns="0" bIns="0"/>
          <a:lstStyle>
            <a:lvl1pPr marL="0" indent="0">
              <a:lnSpc>
                <a:spcPct val="100000"/>
              </a:lnSpc>
              <a:spcBef>
                <a:spcPts val="0"/>
              </a:spcBef>
              <a:buNone/>
              <a:defRPr sz="1800">
                <a:solidFill>
                  <a:schemeClr val="bg1"/>
                </a:solidFill>
                <a:latin typeface="+mj-lt"/>
              </a:defRPr>
            </a:lvl1pPr>
          </a:lstStyle>
          <a:p>
            <a:pPr lvl="0"/>
            <a:r>
              <a:rPr lang="en-US"/>
              <a:t>Click to edit Sub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2526332"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4635326"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12">
            <a:extLst>
              <a:ext uri="{FF2B5EF4-FFF2-40B4-BE49-F238E27FC236}">
                <a16:creationId xmlns:a16="http://schemas.microsoft.com/office/drawing/2014/main" id="{9C0B71B1-8B5E-9FD1-A1AD-D5AD8A665FFB}"/>
              </a:ext>
            </a:extLst>
          </p:cNvPr>
          <p:cNvSpPr>
            <a:spLocks noGrp="1"/>
          </p:cNvSpPr>
          <p:nvPr>
            <p:ph type="body" sz="quarter" idx="18"/>
          </p:nvPr>
        </p:nvSpPr>
        <p:spPr>
          <a:xfrm>
            <a:off x="6744320"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a:extLst>
              <a:ext uri="{FF2B5EF4-FFF2-40B4-BE49-F238E27FC236}">
                <a16:creationId xmlns:a16="http://schemas.microsoft.com/office/drawing/2014/main" id="{AC92C61F-FD93-073C-AFAA-3629762CCB45}"/>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0" name="TextBox 9">
            <a:extLst>
              <a:ext uri="{FF2B5EF4-FFF2-40B4-BE49-F238E27FC236}">
                <a16:creationId xmlns:a16="http://schemas.microsoft.com/office/drawing/2014/main" id="{DCEB6067-6AAF-DE7E-E481-757CDC1CC59F}"/>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cxnSp>
        <p:nvCxnSpPr>
          <p:cNvPr id="13" name="Straight Connector 12">
            <a:extLst>
              <a:ext uri="{FF2B5EF4-FFF2-40B4-BE49-F238E27FC236}">
                <a16:creationId xmlns:a16="http://schemas.microsoft.com/office/drawing/2014/main" id="{06F744C7-8724-A6C8-F281-79A62704901F}"/>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16" name="Footer Placeholder 2">
            <a:extLst>
              <a:ext uri="{FF2B5EF4-FFF2-40B4-BE49-F238E27FC236}">
                <a16:creationId xmlns:a16="http://schemas.microsoft.com/office/drawing/2014/main" id="{422E3335-8FF0-0584-6655-EE052F07292C}"/>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dirty="0"/>
              <a:t>Apply a document ID (if applicable).</a:t>
            </a:r>
          </a:p>
        </p:txBody>
      </p:sp>
      <p:pic>
        <p:nvPicPr>
          <p:cNvPr id="7" name="Graphic 6" descr="Nokia logo">
            <a:extLst>
              <a:ext uri="{FF2B5EF4-FFF2-40B4-BE49-F238E27FC236}">
                <a16:creationId xmlns:a16="http://schemas.microsoft.com/office/drawing/2014/main" id="{A69D4396-D116-A4A8-BAE4-A8563FCA4EC2}"/>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24244245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8 Numbered text dark">
    <p:bg>
      <p:bgPr>
        <a:solidFill>
          <a:schemeClr val="tx1"/>
        </a:solidFill>
        <a:effectLst/>
      </p:bgPr>
    </p:bg>
    <p:spTree>
      <p:nvGrpSpPr>
        <p:cNvPr id="1" name=""/>
        <p:cNvGrpSpPr/>
        <p:nvPr/>
      </p:nvGrpSpPr>
      <p:grpSpPr>
        <a:xfrm>
          <a:off x="0" y="0"/>
          <a:ext cx="0" cy="0"/>
          <a:chOff x="0" y="0"/>
          <a:chExt cx="0" cy="0"/>
        </a:xfrm>
      </p:grpSpPr>
      <p:sp>
        <p:nvSpPr>
          <p:cNvPr id="11" name="Title 4">
            <a:extLst>
              <a:ext uri="{FF2B5EF4-FFF2-40B4-BE49-F238E27FC236}">
                <a16:creationId xmlns:a16="http://schemas.microsoft.com/office/drawing/2014/main" id="{A478F3F7-D492-7A0A-5EB5-96B2BB6072F3}"/>
              </a:ext>
            </a:extLst>
          </p:cNvPr>
          <p:cNvSpPr>
            <a:spLocks noGrp="1"/>
          </p:cNvSpPr>
          <p:nvPr>
            <p:ph type="title" hasCustomPrompt="1"/>
          </p:nvPr>
        </p:nvSpPr>
        <p:spPr>
          <a:xfrm>
            <a:off x="417531" y="396000"/>
            <a:ext cx="83088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bg1"/>
                </a:solidFill>
                <a:latin typeface="+mj-lt"/>
                <a:ea typeface="+mn-ea"/>
                <a:cs typeface="+mn-cs"/>
              </a:defRPr>
            </a:lvl1pPr>
          </a:lstStyle>
          <a:p>
            <a:r>
              <a:rPr lang="en-US"/>
              <a:t>Click to edit headline</a:t>
            </a:r>
          </a:p>
        </p:txBody>
      </p:sp>
      <p:sp>
        <p:nvSpPr>
          <p:cNvPr id="12" name="Text Placeholder 5">
            <a:extLst>
              <a:ext uri="{FF2B5EF4-FFF2-40B4-BE49-F238E27FC236}">
                <a16:creationId xmlns:a16="http://schemas.microsoft.com/office/drawing/2014/main" id="{7BC36E61-4BDE-52AD-30A3-9203DBC02921}"/>
              </a:ext>
            </a:extLst>
          </p:cNvPr>
          <p:cNvSpPr>
            <a:spLocks noGrp="1"/>
          </p:cNvSpPr>
          <p:nvPr>
            <p:ph type="body" sz="quarter" idx="10" hasCustomPrompt="1"/>
          </p:nvPr>
        </p:nvSpPr>
        <p:spPr>
          <a:xfrm>
            <a:off x="417599" y="763200"/>
            <a:ext cx="8308800" cy="342000"/>
          </a:xfrm>
          <a:prstGeom prst="rect">
            <a:avLst/>
          </a:prstGeom>
        </p:spPr>
        <p:txBody>
          <a:bodyPr lIns="0" tIns="0" rIns="0" bIns="0"/>
          <a:lstStyle>
            <a:lvl1pPr marL="0" indent="0">
              <a:lnSpc>
                <a:spcPct val="100000"/>
              </a:lnSpc>
              <a:spcBef>
                <a:spcPts val="0"/>
              </a:spcBef>
              <a:buNone/>
              <a:defRPr sz="1800">
                <a:solidFill>
                  <a:schemeClr val="bg1"/>
                </a:solidFill>
                <a:latin typeface="+mj-lt"/>
              </a:defRPr>
            </a:lvl1pPr>
          </a:lstStyle>
          <a:p>
            <a:pPr lvl="0"/>
            <a:r>
              <a:rPr lang="en-US"/>
              <a:t>Click to edit Sub headline</a:t>
            </a:r>
          </a:p>
        </p:txBody>
      </p:sp>
      <p:sp>
        <p:nvSpPr>
          <p:cNvPr id="3" name="Text Placeholder 2">
            <a:extLst>
              <a:ext uri="{FF2B5EF4-FFF2-40B4-BE49-F238E27FC236}">
                <a16:creationId xmlns:a16="http://schemas.microsoft.com/office/drawing/2014/main" id="{E0427494-DD66-A478-7CF6-11C578BC21E9}"/>
              </a:ext>
            </a:extLst>
          </p:cNvPr>
          <p:cNvSpPr>
            <a:spLocks noGrp="1"/>
          </p:cNvSpPr>
          <p:nvPr>
            <p:ph type="body" sz="quarter" idx="14" hasCustomPrompt="1"/>
          </p:nvPr>
        </p:nvSpPr>
        <p:spPr>
          <a:xfrm>
            <a:off x="417600" y="1260000"/>
            <a:ext cx="8308800" cy="3118980"/>
          </a:xfrm>
          <a:prstGeom prst="rect">
            <a:avLst/>
          </a:prstGeom>
        </p:spPr>
        <p:txBody>
          <a:bodyPr lIns="0" tIns="0" rIns="0" bIns="0"/>
          <a:lstStyle>
            <a:lvl1pPr marL="228600" indent="-228600">
              <a:lnSpc>
                <a:spcPct val="100000"/>
              </a:lnSpc>
              <a:spcBef>
                <a:spcPts val="0"/>
              </a:spcBef>
              <a:spcAft>
                <a:spcPts val="600"/>
              </a:spcAft>
              <a:buFont typeface="+mj-lt"/>
              <a:buAutoNum type="arabicPeriod"/>
              <a:defRPr sz="1200">
                <a:solidFill>
                  <a:schemeClr val="bg1"/>
                </a:solidFill>
              </a:defRPr>
            </a:lvl1pPr>
            <a:lvl2pPr marL="408600" indent="-228600">
              <a:lnSpc>
                <a:spcPct val="100000"/>
              </a:lnSpc>
              <a:spcBef>
                <a:spcPts val="0"/>
              </a:spcBef>
              <a:spcAft>
                <a:spcPts val="600"/>
              </a:spcAft>
              <a:buFont typeface="+mj-lt"/>
              <a:buAutoNum type="arabicPeriod" startAt="2"/>
              <a:defRPr sz="1200">
                <a:solidFill>
                  <a:schemeClr val="bg1"/>
                </a:solidFill>
              </a:defRPr>
            </a:lvl2pPr>
            <a:lvl3pPr marL="588600" indent="-228600">
              <a:lnSpc>
                <a:spcPct val="100000"/>
              </a:lnSpc>
              <a:spcBef>
                <a:spcPts val="0"/>
              </a:spcBef>
              <a:spcAft>
                <a:spcPts val="600"/>
              </a:spcAft>
              <a:buFont typeface="+mj-lt"/>
              <a:buAutoNum type="arabicPeriod" startAt="3"/>
              <a:defRPr sz="1200">
                <a:solidFill>
                  <a:schemeClr val="bg1"/>
                </a:solidFill>
              </a:defRPr>
            </a:lvl3pPr>
            <a:lvl4pPr marL="768600" indent="-228600">
              <a:lnSpc>
                <a:spcPct val="100000"/>
              </a:lnSpc>
              <a:spcBef>
                <a:spcPts val="0"/>
              </a:spcBef>
              <a:spcAft>
                <a:spcPts val="600"/>
              </a:spcAft>
              <a:buFont typeface="+mj-lt"/>
              <a:buAutoNum type="arabicPeriod" startAt="4"/>
              <a:defRPr sz="1200">
                <a:solidFill>
                  <a:schemeClr val="bg1"/>
                </a:solidFill>
              </a:defRPr>
            </a:lvl4pPr>
            <a:lvl5pPr marL="957150" indent="-228600">
              <a:lnSpc>
                <a:spcPct val="100000"/>
              </a:lnSpc>
              <a:spcBef>
                <a:spcPts val="0"/>
              </a:spcBef>
              <a:spcAft>
                <a:spcPts val="600"/>
              </a:spcAft>
              <a:buFont typeface="+mj-lt"/>
              <a:buAutoNum type="arabicPeriod" startAt="5"/>
              <a:defRPr sz="1200">
                <a:solidFill>
                  <a:schemeClr val="bg1"/>
                </a:solidFill>
              </a:defRPr>
            </a:lvl5pPr>
          </a:lstStyle>
          <a:p>
            <a:pPr lvl="0"/>
            <a:r>
              <a:rPr lang="en-US"/>
              <a:t>Text here</a:t>
            </a:r>
          </a:p>
          <a:p>
            <a:pPr lvl="1"/>
            <a:r>
              <a:rPr lang="en-US"/>
              <a:t>Text here</a:t>
            </a:r>
          </a:p>
          <a:p>
            <a:pPr lvl="2"/>
            <a:r>
              <a:rPr lang="en-US"/>
              <a:t>Text here</a:t>
            </a:r>
          </a:p>
          <a:p>
            <a:pPr lvl="3"/>
            <a:r>
              <a:rPr lang="en-US"/>
              <a:t>Text here</a:t>
            </a:r>
          </a:p>
          <a:p>
            <a:pPr marL="957150" marR="0" lvl="4" indent="-228600" algn="l" defTabSz="685800" rtl="0" eaLnBrk="1" fontAlgn="auto" latinLnBrk="0" hangingPunct="1">
              <a:lnSpc>
                <a:spcPct val="100000"/>
              </a:lnSpc>
              <a:spcBef>
                <a:spcPts val="0"/>
              </a:spcBef>
              <a:spcAft>
                <a:spcPts val="300"/>
              </a:spcAft>
              <a:buClrTx/>
              <a:buSzTx/>
              <a:tabLst/>
              <a:defRPr/>
            </a:pPr>
            <a:r>
              <a:rPr lang="en-US"/>
              <a:t>Text here</a:t>
            </a:r>
          </a:p>
        </p:txBody>
      </p:sp>
      <p:sp>
        <p:nvSpPr>
          <p:cNvPr id="8" name="Slide Number Placeholder 5">
            <a:extLst>
              <a:ext uri="{FF2B5EF4-FFF2-40B4-BE49-F238E27FC236}">
                <a16:creationId xmlns:a16="http://schemas.microsoft.com/office/drawing/2014/main" id="{99F8CB66-4F0D-7F21-56F6-56AAA5C02227}"/>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7" name="TextBox 6">
            <a:extLst>
              <a:ext uri="{FF2B5EF4-FFF2-40B4-BE49-F238E27FC236}">
                <a16:creationId xmlns:a16="http://schemas.microsoft.com/office/drawing/2014/main" id="{8A8B0B3F-161E-8508-3B23-007FE1624352}"/>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cxnSp>
        <p:nvCxnSpPr>
          <p:cNvPr id="10" name="Straight Connector 9">
            <a:extLst>
              <a:ext uri="{FF2B5EF4-FFF2-40B4-BE49-F238E27FC236}">
                <a16:creationId xmlns:a16="http://schemas.microsoft.com/office/drawing/2014/main" id="{B31F0F32-90A5-E024-3CA1-4EAFC5F204A8}"/>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13" name="Footer Placeholder 2">
            <a:extLst>
              <a:ext uri="{FF2B5EF4-FFF2-40B4-BE49-F238E27FC236}">
                <a16:creationId xmlns:a16="http://schemas.microsoft.com/office/drawing/2014/main" id="{DD20D035-9F8D-A232-B41B-0EC79F1159BB}"/>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dirty="0"/>
              <a:t>Apply a document ID (if applicable).</a:t>
            </a:r>
          </a:p>
        </p:txBody>
      </p:sp>
      <p:pic>
        <p:nvPicPr>
          <p:cNvPr id="5" name="Graphic 4" descr="Nokia logo">
            <a:extLst>
              <a:ext uri="{FF2B5EF4-FFF2-40B4-BE49-F238E27FC236}">
                <a16:creationId xmlns:a16="http://schemas.microsoft.com/office/drawing/2014/main" id="{852C7036-9FCE-2E79-7ACE-4445688EAF5F}"/>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4203218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9 Title slide dark">
    <p:bg>
      <p:bgPr>
        <a:solidFill>
          <a:schemeClr val="tx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AC17C7C-48EB-5E02-E836-536FA92F14F8}"/>
              </a:ext>
            </a:extLst>
          </p:cNvPr>
          <p:cNvSpPr>
            <a:spLocks noGrp="1"/>
          </p:cNvSpPr>
          <p:nvPr>
            <p:ph type="title" hasCustomPrompt="1"/>
          </p:nvPr>
        </p:nvSpPr>
        <p:spPr>
          <a:xfrm>
            <a:off x="417600" y="1080000"/>
            <a:ext cx="8308800" cy="1760400"/>
          </a:xfrm>
          <a:prstGeom prst="rect">
            <a:avLst/>
          </a:prstGeom>
        </p:spPr>
        <p:txBody>
          <a:bodyPr lIns="0" tIns="0" rIns="0" bIns="0"/>
          <a:lstStyle>
            <a:lvl1pPr>
              <a:lnSpc>
                <a:spcPct val="100000"/>
              </a:lnSpc>
              <a:defRPr sz="4400">
                <a:solidFill>
                  <a:schemeClr val="bg1"/>
                </a:solidFill>
              </a:defRPr>
            </a:lvl1pPr>
          </a:lstStyle>
          <a:p>
            <a:pPr lvl="0"/>
            <a:r>
              <a:rPr lang="en-US"/>
              <a:t>Click to edit headline</a:t>
            </a:r>
          </a:p>
        </p:txBody>
      </p:sp>
      <p:sp>
        <p:nvSpPr>
          <p:cNvPr id="6" name="Slide Number Placeholder 5">
            <a:extLst>
              <a:ext uri="{FF2B5EF4-FFF2-40B4-BE49-F238E27FC236}">
                <a16:creationId xmlns:a16="http://schemas.microsoft.com/office/drawing/2014/main" id="{A66624C8-71C7-7928-25B9-5352C8FD2EBB}"/>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4" name="TextBox 3">
            <a:extLst>
              <a:ext uri="{FF2B5EF4-FFF2-40B4-BE49-F238E27FC236}">
                <a16:creationId xmlns:a16="http://schemas.microsoft.com/office/drawing/2014/main" id="{3BAD1F5B-D865-3F9F-4D96-58C6DD62ECDF}"/>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cxnSp>
        <p:nvCxnSpPr>
          <p:cNvPr id="5" name="Straight Connector 4">
            <a:extLst>
              <a:ext uri="{FF2B5EF4-FFF2-40B4-BE49-F238E27FC236}">
                <a16:creationId xmlns:a16="http://schemas.microsoft.com/office/drawing/2014/main" id="{89A710F4-454B-9280-0454-7D5D36E2EA04}"/>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10" name="Footer Placeholder 2">
            <a:extLst>
              <a:ext uri="{FF2B5EF4-FFF2-40B4-BE49-F238E27FC236}">
                <a16:creationId xmlns:a16="http://schemas.microsoft.com/office/drawing/2014/main" id="{34E36D38-263C-DBB6-A0D4-5E9785455C47}"/>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dirty="0"/>
              <a:t>Apply a document ID (if applicable).</a:t>
            </a:r>
          </a:p>
        </p:txBody>
      </p:sp>
      <p:pic>
        <p:nvPicPr>
          <p:cNvPr id="2" name="Graphic 1" descr="Nokia logo">
            <a:extLst>
              <a:ext uri="{FF2B5EF4-FFF2-40B4-BE49-F238E27FC236}">
                <a16:creationId xmlns:a16="http://schemas.microsoft.com/office/drawing/2014/main" id="{DB4B9A7C-8EE7-E5F6-0712-2CEF04F54077}"/>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10623146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10 Title slide with media 1 dark">
    <p:bg>
      <p:bgPr>
        <a:solidFill>
          <a:schemeClr val="tx1"/>
        </a:solidFill>
        <a:effectLst/>
      </p:bgPr>
    </p:bg>
    <p:spTree>
      <p:nvGrpSpPr>
        <p:cNvPr id="1" name=""/>
        <p:cNvGrpSpPr/>
        <p:nvPr/>
      </p:nvGrpSpPr>
      <p:grpSpPr>
        <a:xfrm>
          <a:off x="0" y="0"/>
          <a:ext cx="0" cy="0"/>
          <a:chOff x="0" y="0"/>
          <a:chExt cx="0" cy="0"/>
        </a:xfrm>
      </p:grpSpPr>
      <p:sp>
        <p:nvSpPr>
          <p:cNvPr id="3" name="Media Placeholder 6">
            <a:extLst>
              <a:ext uri="{FF2B5EF4-FFF2-40B4-BE49-F238E27FC236}">
                <a16:creationId xmlns:a16="http://schemas.microsoft.com/office/drawing/2014/main" id="{BB2531A6-B2AF-8CE3-D4E6-FFA2A6F43CBA}"/>
              </a:ext>
            </a:extLst>
          </p:cNvPr>
          <p:cNvSpPr>
            <a:spLocks noGrp="1"/>
          </p:cNvSpPr>
          <p:nvPr>
            <p:ph type="media" sz="quarter" idx="12"/>
          </p:nvPr>
        </p:nvSpPr>
        <p:spPr>
          <a:xfrm>
            <a:off x="0" y="0"/>
            <a:ext cx="9144000" cy="5143500"/>
          </a:xfrm>
          <a:prstGeom prst="rect">
            <a:avLst/>
          </a:prstGeom>
        </p:spPr>
        <p:txBody>
          <a:bodyPr/>
          <a:lstStyle>
            <a:lvl1pPr marL="0" indent="0">
              <a:buNone/>
              <a:defRPr>
                <a:solidFill>
                  <a:schemeClr val="bg1"/>
                </a:solidFill>
              </a:defRPr>
            </a:lvl1pPr>
          </a:lstStyle>
          <a:p>
            <a:r>
              <a:rPr lang="en-US" dirty="0"/>
              <a:t>Click icon to add media</a:t>
            </a:r>
          </a:p>
        </p:txBody>
      </p:sp>
      <p:sp>
        <p:nvSpPr>
          <p:cNvPr id="15" name="Text Placeholder 42">
            <a:extLst>
              <a:ext uri="{FF2B5EF4-FFF2-40B4-BE49-F238E27FC236}">
                <a16:creationId xmlns:a16="http://schemas.microsoft.com/office/drawing/2014/main" id="{4F756C8B-0244-6A11-8EC3-4A1D203CDD66}"/>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lnSpc>
                <a:spcPct val="100000"/>
              </a:lnSpc>
              <a:spcBef>
                <a:spcPts val="0"/>
              </a:spcBef>
              <a:buNone/>
              <a:defRPr sz="4400" baseline="0">
                <a:solidFill>
                  <a:schemeClr val="bg1"/>
                </a:solidFill>
                <a:latin typeface="Nokia Pure Headline Light" panose="020B0304020202020204" pitchFamily="34" charset="0"/>
              </a:defRPr>
            </a:lvl1pPr>
          </a:lstStyle>
          <a:p>
            <a:pPr lvl="0"/>
            <a:r>
              <a:rPr lang="en-US"/>
              <a:t>Click to edit headline</a:t>
            </a:r>
          </a:p>
        </p:txBody>
      </p:sp>
      <p:sp>
        <p:nvSpPr>
          <p:cNvPr id="7" name="Slide Number Placeholder 5">
            <a:extLst>
              <a:ext uri="{FF2B5EF4-FFF2-40B4-BE49-F238E27FC236}">
                <a16:creationId xmlns:a16="http://schemas.microsoft.com/office/drawing/2014/main" id="{A40A76AB-576F-2C48-7ED4-0E98A54B99AD}"/>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6" name="TextBox 5">
            <a:extLst>
              <a:ext uri="{FF2B5EF4-FFF2-40B4-BE49-F238E27FC236}">
                <a16:creationId xmlns:a16="http://schemas.microsoft.com/office/drawing/2014/main" id="{BD759CC4-69C8-613F-E557-4E2AEE7B75ED}"/>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cxnSp>
        <p:nvCxnSpPr>
          <p:cNvPr id="5" name="Straight Connector 4">
            <a:extLst>
              <a:ext uri="{FF2B5EF4-FFF2-40B4-BE49-F238E27FC236}">
                <a16:creationId xmlns:a16="http://schemas.microsoft.com/office/drawing/2014/main" id="{0DCE9648-B624-3DC8-627D-87061FBB1FCA}"/>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11" name="Footer Placeholder 2">
            <a:extLst>
              <a:ext uri="{FF2B5EF4-FFF2-40B4-BE49-F238E27FC236}">
                <a16:creationId xmlns:a16="http://schemas.microsoft.com/office/drawing/2014/main" id="{0DC17B7D-4E9B-5FAC-1228-C97FB1CFC5AF}"/>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dirty="0"/>
              <a:t>Apply a document ID (if applicable).</a:t>
            </a:r>
          </a:p>
        </p:txBody>
      </p:sp>
      <p:pic>
        <p:nvPicPr>
          <p:cNvPr id="2" name="Graphic 1" descr="Nokia logo">
            <a:extLst>
              <a:ext uri="{FF2B5EF4-FFF2-40B4-BE49-F238E27FC236}">
                <a16:creationId xmlns:a16="http://schemas.microsoft.com/office/drawing/2014/main" id="{6F2AB971-B4DD-59FD-C268-1BB0A62D8391}"/>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18044308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11 Title slide with media 2 dark">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B55B4CC-0221-F230-3980-88D8952F693A}"/>
              </a:ext>
              <a:ext uri="{C183D7F6-B498-43B3-948B-1728B52AA6E4}">
                <adec:decorative xmlns:adec="http://schemas.microsoft.com/office/drawing/2017/decorative" val="1"/>
              </a:ext>
            </a:extLst>
          </p:cNvPr>
          <p:cNvSpPr>
            <a:spLocks noGrp="1"/>
          </p:cNvSpPr>
          <p:nvPr>
            <p:ph type="pic" sz="quarter" idx="15" hasCustomPrompt="1"/>
          </p:nvPr>
        </p:nvSpPr>
        <p:spPr>
          <a:xfrm>
            <a:off x="5031315" y="0"/>
            <a:ext cx="4114800" cy="5143500"/>
          </a:xfrm>
          <a:prstGeom prst="rect">
            <a:avLst/>
          </a:prstGeom>
          <a:solidFill>
            <a:schemeClr val="tx2"/>
          </a:solidFill>
        </p:spPr>
        <p:txBody>
          <a:bodyPr/>
          <a:lstStyle>
            <a:lvl1pPr marL="0" indent="0">
              <a:buNone/>
              <a:defRPr sz="1000">
                <a:solidFill>
                  <a:schemeClr val="bg1"/>
                </a:solidFill>
              </a:defRPr>
            </a:lvl1pPr>
          </a:lstStyle>
          <a:p>
            <a:r>
              <a:rPr lang="en-US" dirty="0"/>
              <a:t>Click to add picture</a:t>
            </a:r>
          </a:p>
        </p:txBody>
      </p:sp>
      <p:sp>
        <p:nvSpPr>
          <p:cNvPr id="5" name="Title 4">
            <a:extLst>
              <a:ext uri="{FF2B5EF4-FFF2-40B4-BE49-F238E27FC236}">
                <a16:creationId xmlns:a16="http://schemas.microsoft.com/office/drawing/2014/main" id="{351E46E0-0E1B-8CAF-D631-7703C8A769CB}"/>
              </a:ext>
            </a:extLst>
          </p:cNvPr>
          <p:cNvSpPr>
            <a:spLocks noGrp="1"/>
          </p:cNvSpPr>
          <p:nvPr>
            <p:ph type="title" hasCustomPrompt="1"/>
          </p:nvPr>
        </p:nvSpPr>
        <p:spPr>
          <a:xfrm>
            <a:off x="417531" y="396000"/>
            <a:ext cx="42516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bg1"/>
                </a:solidFill>
                <a:latin typeface="+mj-lt"/>
                <a:ea typeface="+mn-ea"/>
                <a:cs typeface="+mn-cs"/>
              </a:defRPr>
            </a:lvl1pPr>
          </a:lstStyle>
          <a:p>
            <a:r>
              <a:rPr lang="en-US"/>
              <a:t>Click to edit headline</a:t>
            </a:r>
          </a:p>
        </p:txBody>
      </p:sp>
      <p:sp>
        <p:nvSpPr>
          <p:cNvPr id="6" name="Text Placeholder 5">
            <a:extLst>
              <a:ext uri="{FF2B5EF4-FFF2-40B4-BE49-F238E27FC236}">
                <a16:creationId xmlns:a16="http://schemas.microsoft.com/office/drawing/2014/main" id="{F299F8D9-4963-D188-F8EE-27DB6017B235}"/>
              </a:ext>
            </a:extLst>
          </p:cNvPr>
          <p:cNvSpPr>
            <a:spLocks noGrp="1"/>
          </p:cNvSpPr>
          <p:nvPr>
            <p:ph type="body" sz="quarter" idx="10" hasCustomPrompt="1"/>
          </p:nvPr>
        </p:nvSpPr>
        <p:spPr>
          <a:xfrm>
            <a:off x="417599" y="763200"/>
            <a:ext cx="4251600" cy="342000"/>
          </a:xfrm>
          <a:prstGeom prst="rect">
            <a:avLst/>
          </a:prstGeom>
        </p:spPr>
        <p:txBody>
          <a:bodyPr lIns="0" tIns="0" rIns="0" bIns="0"/>
          <a:lstStyle>
            <a:lvl1pPr marL="0" indent="0">
              <a:lnSpc>
                <a:spcPct val="100000"/>
              </a:lnSpc>
              <a:spcBef>
                <a:spcPts val="0"/>
              </a:spcBef>
              <a:buNone/>
              <a:defRPr sz="1800">
                <a:solidFill>
                  <a:schemeClr val="bg1"/>
                </a:solidFill>
                <a:latin typeface="+mj-lt"/>
              </a:defRPr>
            </a:lvl1pPr>
          </a:lstStyle>
          <a:p>
            <a:pPr lvl="0"/>
            <a:r>
              <a:rPr lang="en-US"/>
              <a:t>Click to edit Sub headline</a:t>
            </a:r>
          </a:p>
        </p:txBody>
      </p:sp>
      <p:sp>
        <p:nvSpPr>
          <p:cNvPr id="4" name="Text Placeholder 12">
            <a:extLst>
              <a:ext uri="{FF2B5EF4-FFF2-40B4-BE49-F238E27FC236}">
                <a16:creationId xmlns:a16="http://schemas.microsoft.com/office/drawing/2014/main" id="{75569BCB-A411-0457-2706-5BDA5870D8B5}"/>
              </a:ext>
            </a:extLst>
          </p:cNvPr>
          <p:cNvSpPr>
            <a:spLocks noGrp="1"/>
          </p:cNvSpPr>
          <p:nvPr>
            <p:ph type="body" sz="quarter" idx="16"/>
          </p:nvPr>
        </p:nvSpPr>
        <p:spPr>
          <a:xfrm>
            <a:off x="417338" y="1260000"/>
            <a:ext cx="42516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5">
            <a:extLst>
              <a:ext uri="{FF2B5EF4-FFF2-40B4-BE49-F238E27FC236}">
                <a16:creationId xmlns:a16="http://schemas.microsoft.com/office/drawing/2014/main" id="{02B48A79-625E-B973-DCD8-533E86F25072}"/>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7" name="TextBox 6">
            <a:extLst>
              <a:ext uri="{FF2B5EF4-FFF2-40B4-BE49-F238E27FC236}">
                <a16:creationId xmlns:a16="http://schemas.microsoft.com/office/drawing/2014/main" id="{27418BB1-0E7E-AAD3-AD71-82204464918C}"/>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cxnSp>
        <p:nvCxnSpPr>
          <p:cNvPr id="11" name="Straight Connector 10">
            <a:extLst>
              <a:ext uri="{FF2B5EF4-FFF2-40B4-BE49-F238E27FC236}">
                <a16:creationId xmlns:a16="http://schemas.microsoft.com/office/drawing/2014/main" id="{962696BC-FF96-7C90-2879-6CEC41EF0698}"/>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13" name="Footer Placeholder 2">
            <a:extLst>
              <a:ext uri="{FF2B5EF4-FFF2-40B4-BE49-F238E27FC236}">
                <a16:creationId xmlns:a16="http://schemas.microsoft.com/office/drawing/2014/main" id="{742AC6DC-CFBE-F98E-4CC4-2390702BA655}"/>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dirty="0"/>
              <a:t>Apply a document ID (if applicable).</a:t>
            </a:r>
          </a:p>
        </p:txBody>
      </p:sp>
      <p:pic>
        <p:nvPicPr>
          <p:cNvPr id="2" name="Graphic 1" descr="Nokia logo">
            <a:extLst>
              <a:ext uri="{FF2B5EF4-FFF2-40B4-BE49-F238E27FC236}">
                <a16:creationId xmlns:a16="http://schemas.microsoft.com/office/drawing/2014/main" id="{7E7E3C71-A7E6-4837-47D4-F29F0703D0ED}"/>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25629432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12 Title slide with media 3 dark">
    <p:bg>
      <p:bgPr>
        <a:solidFill>
          <a:schemeClr val="tx1"/>
        </a:solidFill>
        <a:effectLst/>
      </p:bgPr>
    </p:bg>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1E7BA896-DC3C-C861-6C89-0401950D7446}"/>
              </a:ext>
              <a:ext uri="{C183D7F6-B498-43B3-948B-1728B52AA6E4}">
                <adec:decorative xmlns:adec="http://schemas.microsoft.com/office/drawing/2017/decorative" val="1"/>
              </a:ext>
            </a:extLst>
          </p:cNvPr>
          <p:cNvSpPr>
            <a:spLocks noGrp="1"/>
          </p:cNvSpPr>
          <p:nvPr>
            <p:ph type="pic" sz="quarter" idx="15" hasCustomPrompt="1"/>
          </p:nvPr>
        </p:nvSpPr>
        <p:spPr>
          <a:xfrm>
            <a:off x="4114800" y="0"/>
            <a:ext cx="5029200" cy="5143500"/>
          </a:xfrm>
          <a:prstGeom prst="rect">
            <a:avLst/>
          </a:prstGeom>
          <a:solidFill>
            <a:schemeClr val="tx2"/>
          </a:solidFill>
        </p:spPr>
        <p:txBody>
          <a:bodyPr/>
          <a:lstStyle>
            <a:lvl1pPr marL="0" indent="0">
              <a:buNone/>
              <a:defRPr sz="1000">
                <a:solidFill>
                  <a:schemeClr val="bg1"/>
                </a:solidFill>
              </a:defRPr>
            </a:lvl1pPr>
          </a:lstStyle>
          <a:p>
            <a:r>
              <a:rPr lang="en-US" dirty="0"/>
              <a:t>Click to add picture</a:t>
            </a:r>
          </a:p>
        </p:txBody>
      </p:sp>
      <p:sp>
        <p:nvSpPr>
          <p:cNvPr id="4" name="Title 4">
            <a:extLst>
              <a:ext uri="{FF2B5EF4-FFF2-40B4-BE49-F238E27FC236}">
                <a16:creationId xmlns:a16="http://schemas.microsoft.com/office/drawing/2014/main" id="{F8719083-E8AC-0E0F-B2A0-40CE46066CE9}"/>
              </a:ext>
            </a:extLst>
          </p:cNvPr>
          <p:cNvSpPr>
            <a:spLocks noGrp="1"/>
          </p:cNvSpPr>
          <p:nvPr>
            <p:ph type="title" hasCustomPrompt="1"/>
          </p:nvPr>
        </p:nvSpPr>
        <p:spPr>
          <a:xfrm>
            <a:off x="417531" y="396000"/>
            <a:ext cx="34164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bg1"/>
                </a:solidFill>
                <a:latin typeface="+mj-lt"/>
                <a:ea typeface="+mn-ea"/>
                <a:cs typeface="+mn-cs"/>
              </a:defRPr>
            </a:lvl1pPr>
          </a:lstStyle>
          <a:p>
            <a:r>
              <a:rPr lang="en-US"/>
              <a:t>Click to edit headline</a:t>
            </a:r>
          </a:p>
        </p:txBody>
      </p:sp>
      <p:sp>
        <p:nvSpPr>
          <p:cNvPr id="8" name="Text Placeholder 5">
            <a:extLst>
              <a:ext uri="{FF2B5EF4-FFF2-40B4-BE49-F238E27FC236}">
                <a16:creationId xmlns:a16="http://schemas.microsoft.com/office/drawing/2014/main" id="{F3565AE2-44FB-6E3F-4CD5-D32177BD94BA}"/>
              </a:ext>
            </a:extLst>
          </p:cNvPr>
          <p:cNvSpPr>
            <a:spLocks noGrp="1"/>
          </p:cNvSpPr>
          <p:nvPr>
            <p:ph type="body" sz="quarter" idx="10" hasCustomPrompt="1"/>
          </p:nvPr>
        </p:nvSpPr>
        <p:spPr>
          <a:xfrm>
            <a:off x="417599" y="763200"/>
            <a:ext cx="3416400" cy="342000"/>
          </a:xfrm>
          <a:prstGeom prst="rect">
            <a:avLst/>
          </a:prstGeom>
        </p:spPr>
        <p:txBody>
          <a:bodyPr lIns="0" tIns="0" rIns="0" bIns="0"/>
          <a:lstStyle>
            <a:lvl1pPr marL="0" indent="0">
              <a:lnSpc>
                <a:spcPct val="100000"/>
              </a:lnSpc>
              <a:spcBef>
                <a:spcPts val="0"/>
              </a:spcBef>
              <a:buNone/>
              <a:defRPr sz="1800">
                <a:solidFill>
                  <a:schemeClr val="bg1"/>
                </a:solidFill>
                <a:latin typeface="+mj-lt"/>
              </a:defRPr>
            </a:lvl1pPr>
          </a:lstStyle>
          <a:p>
            <a:pPr lvl="0"/>
            <a:r>
              <a:rPr lang="en-US"/>
              <a:t>Click to edit Sub headline</a:t>
            </a:r>
          </a:p>
        </p:txBody>
      </p:sp>
      <p:sp>
        <p:nvSpPr>
          <p:cNvPr id="3" name="Text Placeholder 12">
            <a:extLst>
              <a:ext uri="{FF2B5EF4-FFF2-40B4-BE49-F238E27FC236}">
                <a16:creationId xmlns:a16="http://schemas.microsoft.com/office/drawing/2014/main" id="{368EB97E-538F-D25F-E38A-7F89D40173CA}"/>
              </a:ext>
            </a:extLst>
          </p:cNvPr>
          <p:cNvSpPr>
            <a:spLocks noGrp="1"/>
          </p:cNvSpPr>
          <p:nvPr>
            <p:ph type="body" sz="quarter" idx="16"/>
          </p:nvPr>
        </p:nvSpPr>
        <p:spPr>
          <a:xfrm>
            <a:off x="417338" y="1260000"/>
            <a:ext cx="34164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1DBEFAD-5693-7A1A-A64F-C540D390A0B8}"/>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5" name="TextBox 4">
            <a:extLst>
              <a:ext uri="{FF2B5EF4-FFF2-40B4-BE49-F238E27FC236}">
                <a16:creationId xmlns:a16="http://schemas.microsoft.com/office/drawing/2014/main" id="{B6681D21-FC7E-7F82-9685-4F1EF53B2368}"/>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cxnSp>
        <p:nvCxnSpPr>
          <p:cNvPr id="12" name="Straight Connector 11">
            <a:extLst>
              <a:ext uri="{FF2B5EF4-FFF2-40B4-BE49-F238E27FC236}">
                <a16:creationId xmlns:a16="http://schemas.microsoft.com/office/drawing/2014/main" id="{145F777C-D535-AFCB-20A5-43068DA8FF0E}"/>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11" name="Footer Placeholder 2">
            <a:extLst>
              <a:ext uri="{FF2B5EF4-FFF2-40B4-BE49-F238E27FC236}">
                <a16:creationId xmlns:a16="http://schemas.microsoft.com/office/drawing/2014/main" id="{DDEF2D02-B6B9-E747-F0EA-9ED48DC28C93}"/>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dirty="0"/>
              <a:t>Apply a document ID (if applicable).</a:t>
            </a:r>
          </a:p>
        </p:txBody>
      </p:sp>
      <p:pic>
        <p:nvPicPr>
          <p:cNvPr id="7" name="Graphic 6" descr="Nokia logo">
            <a:extLst>
              <a:ext uri="{FF2B5EF4-FFF2-40B4-BE49-F238E27FC236}">
                <a16:creationId xmlns:a16="http://schemas.microsoft.com/office/drawing/2014/main" id="{FEE42485-0093-9AEA-D095-FDAA8291CA5E}"/>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79992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13 Title slide with media 4 dark">
    <p:bg>
      <p:bgPr>
        <a:solidFill>
          <a:schemeClr val="tx1"/>
        </a:solidFill>
        <a:effectLst/>
      </p:bgPr>
    </p:bg>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C663BDD0-396A-C130-FA04-231CB3C74388}"/>
              </a:ext>
              <a:ext uri="{C183D7F6-B498-43B3-948B-1728B52AA6E4}">
                <adec:decorative xmlns:adec="http://schemas.microsoft.com/office/drawing/2017/decorative" val="1"/>
              </a:ext>
            </a:extLst>
          </p:cNvPr>
          <p:cNvSpPr>
            <a:spLocks noGrp="1"/>
          </p:cNvSpPr>
          <p:nvPr>
            <p:ph type="pic" sz="quarter" idx="16" hasCustomPrompt="1"/>
          </p:nvPr>
        </p:nvSpPr>
        <p:spPr>
          <a:xfrm>
            <a:off x="3200400" y="0"/>
            <a:ext cx="5943600" cy="5143500"/>
          </a:xfrm>
          <a:prstGeom prst="rect">
            <a:avLst/>
          </a:prstGeom>
          <a:solidFill>
            <a:schemeClr val="tx2"/>
          </a:solidFill>
        </p:spPr>
        <p:txBody>
          <a:bodyPr/>
          <a:lstStyle>
            <a:lvl1pPr marL="0" indent="0">
              <a:buNone/>
              <a:defRPr sz="1000">
                <a:solidFill>
                  <a:schemeClr val="bg1"/>
                </a:solidFill>
              </a:defRPr>
            </a:lvl1pPr>
          </a:lstStyle>
          <a:p>
            <a:r>
              <a:rPr lang="en-US" dirty="0"/>
              <a:t>Click to add picture</a:t>
            </a:r>
          </a:p>
        </p:txBody>
      </p:sp>
      <p:sp>
        <p:nvSpPr>
          <p:cNvPr id="5" name="Title 4">
            <a:extLst>
              <a:ext uri="{FF2B5EF4-FFF2-40B4-BE49-F238E27FC236}">
                <a16:creationId xmlns:a16="http://schemas.microsoft.com/office/drawing/2014/main" id="{3D915D93-3D42-065E-5889-D6512FC04D07}"/>
              </a:ext>
            </a:extLst>
          </p:cNvPr>
          <p:cNvSpPr>
            <a:spLocks noGrp="1"/>
          </p:cNvSpPr>
          <p:nvPr>
            <p:ph type="title"/>
          </p:nvPr>
        </p:nvSpPr>
        <p:spPr>
          <a:xfrm>
            <a:off x="417531" y="396000"/>
            <a:ext cx="24696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bg1"/>
                </a:solidFill>
                <a:latin typeface="+mj-lt"/>
                <a:ea typeface="+mn-ea"/>
                <a:cs typeface="+mn-cs"/>
              </a:defRPr>
            </a:lvl1pPr>
          </a:lstStyle>
          <a:p>
            <a:r>
              <a:rPr lang="en-US"/>
              <a:t>Click to edit Master title style</a:t>
            </a:r>
          </a:p>
        </p:txBody>
      </p:sp>
      <p:sp>
        <p:nvSpPr>
          <p:cNvPr id="7" name="Text Placeholder 5">
            <a:extLst>
              <a:ext uri="{FF2B5EF4-FFF2-40B4-BE49-F238E27FC236}">
                <a16:creationId xmlns:a16="http://schemas.microsoft.com/office/drawing/2014/main" id="{22DA7900-C799-86E9-E337-DD7F16C91B75}"/>
              </a:ext>
            </a:extLst>
          </p:cNvPr>
          <p:cNvSpPr>
            <a:spLocks noGrp="1"/>
          </p:cNvSpPr>
          <p:nvPr>
            <p:ph type="body" sz="quarter" idx="10" hasCustomPrompt="1"/>
          </p:nvPr>
        </p:nvSpPr>
        <p:spPr>
          <a:xfrm>
            <a:off x="417599" y="763200"/>
            <a:ext cx="2469600" cy="342000"/>
          </a:xfrm>
          <a:prstGeom prst="rect">
            <a:avLst/>
          </a:prstGeom>
        </p:spPr>
        <p:txBody>
          <a:bodyPr lIns="0" tIns="0" rIns="0" bIns="0"/>
          <a:lstStyle>
            <a:lvl1pPr marL="0" indent="0">
              <a:lnSpc>
                <a:spcPct val="100000"/>
              </a:lnSpc>
              <a:spcBef>
                <a:spcPts val="0"/>
              </a:spcBef>
              <a:buNone/>
              <a:defRPr sz="1800">
                <a:solidFill>
                  <a:schemeClr val="bg1"/>
                </a:solidFill>
                <a:latin typeface="+mj-lt"/>
              </a:defRPr>
            </a:lvl1pPr>
          </a:lstStyle>
          <a:p>
            <a:pPr lvl="0"/>
            <a:r>
              <a:rPr lang="en-US"/>
              <a:t>Click to edit Sub headline</a:t>
            </a:r>
          </a:p>
        </p:txBody>
      </p:sp>
      <p:sp>
        <p:nvSpPr>
          <p:cNvPr id="3" name="Text Placeholder 12">
            <a:extLst>
              <a:ext uri="{FF2B5EF4-FFF2-40B4-BE49-F238E27FC236}">
                <a16:creationId xmlns:a16="http://schemas.microsoft.com/office/drawing/2014/main" id="{A60CF481-C9D5-F170-D944-99D1ADA24E37}"/>
              </a:ext>
            </a:extLst>
          </p:cNvPr>
          <p:cNvSpPr>
            <a:spLocks noGrp="1"/>
          </p:cNvSpPr>
          <p:nvPr>
            <p:ph type="body" sz="quarter" idx="15"/>
          </p:nvPr>
        </p:nvSpPr>
        <p:spPr>
          <a:xfrm>
            <a:off x="417338" y="1260000"/>
            <a:ext cx="24696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a:extLst>
              <a:ext uri="{FF2B5EF4-FFF2-40B4-BE49-F238E27FC236}">
                <a16:creationId xmlns:a16="http://schemas.microsoft.com/office/drawing/2014/main" id="{3F76E50B-EEF8-724F-1802-0488D70A46F4}"/>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6" name="TextBox 5">
            <a:extLst>
              <a:ext uri="{FF2B5EF4-FFF2-40B4-BE49-F238E27FC236}">
                <a16:creationId xmlns:a16="http://schemas.microsoft.com/office/drawing/2014/main" id="{2108539B-21D0-85E7-AB77-143ABD40EEB1}"/>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cxnSp>
        <p:nvCxnSpPr>
          <p:cNvPr id="12" name="Straight Connector 11">
            <a:extLst>
              <a:ext uri="{FF2B5EF4-FFF2-40B4-BE49-F238E27FC236}">
                <a16:creationId xmlns:a16="http://schemas.microsoft.com/office/drawing/2014/main" id="{E33787D7-2EEE-AEBC-7FAF-892EC0B312DC}"/>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11" name="Footer Placeholder 2">
            <a:extLst>
              <a:ext uri="{FF2B5EF4-FFF2-40B4-BE49-F238E27FC236}">
                <a16:creationId xmlns:a16="http://schemas.microsoft.com/office/drawing/2014/main" id="{0CF5A558-51C2-73A4-9D8C-5A3B7422BE46}"/>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dirty="0"/>
              <a:t>Apply a document ID (if applicable).</a:t>
            </a:r>
          </a:p>
        </p:txBody>
      </p:sp>
      <p:pic>
        <p:nvPicPr>
          <p:cNvPr id="2" name="Graphic 1" descr="Nokia logo">
            <a:extLst>
              <a:ext uri="{FF2B5EF4-FFF2-40B4-BE49-F238E27FC236}">
                <a16:creationId xmlns:a16="http://schemas.microsoft.com/office/drawing/2014/main" id="{C31BECE7-632F-A19D-3778-9775805B791E}"/>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359657203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 N Blue gre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97BECFD-8EA7-0689-338E-FF79734814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pic>
        <p:nvPicPr>
          <p:cNvPr id="6" name="Graphic 5">
            <a:extLst>
              <a:ext uri="{FF2B5EF4-FFF2-40B4-BE49-F238E27FC236}">
                <a16:creationId xmlns:a16="http://schemas.microsoft.com/office/drawing/2014/main" id="{B8976C7B-2688-70F3-77A4-4D1113FB54E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0"/>
            <a:ext cx="5144400" cy="5144400"/>
          </a:xfrm>
          <a:prstGeom prst="rect">
            <a:avLst/>
          </a:prstGeom>
        </p:spPr>
      </p:pic>
      <p:sp>
        <p:nvSpPr>
          <p:cNvPr id="5" name="Title 4">
            <a:extLst>
              <a:ext uri="{FF2B5EF4-FFF2-40B4-BE49-F238E27FC236}">
                <a16:creationId xmlns:a16="http://schemas.microsoft.com/office/drawing/2014/main" id="{1EF87F37-41EC-F109-B4C3-D44EE53A0A05}"/>
              </a:ext>
            </a:extLst>
          </p:cNvPr>
          <p:cNvSpPr>
            <a:spLocks noGrp="1"/>
          </p:cNvSpPr>
          <p:nvPr>
            <p:ph type="title" hasCustomPrompt="1"/>
          </p:nvPr>
        </p:nvSpPr>
        <p:spPr>
          <a:xfrm>
            <a:off x="3830398" y="719799"/>
            <a:ext cx="4896000"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US" noProof="0"/>
              <a:t>Presentation</a:t>
            </a:r>
            <a:br>
              <a:rPr lang="en-US" noProof="0"/>
            </a:br>
            <a:r>
              <a:rPr lang="en-US" noProof="0"/>
              <a:t>Title (2 lines)</a:t>
            </a:r>
          </a:p>
        </p:txBody>
      </p:sp>
      <p:sp>
        <p:nvSpPr>
          <p:cNvPr id="7" name="Text Placeholder 3">
            <a:extLst>
              <a:ext uri="{FF2B5EF4-FFF2-40B4-BE49-F238E27FC236}">
                <a16:creationId xmlns:a16="http://schemas.microsoft.com/office/drawing/2014/main" id="{3D32AC0D-5511-1F2D-2A28-C259AC8BC58A}"/>
              </a:ext>
            </a:extLst>
          </p:cNvPr>
          <p:cNvSpPr>
            <a:spLocks noGrp="1"/>
          </p:cNvSpPr>
          <p:nvPr>
            <p:ph type="body" sz="quarter" idx="12" hasCustomPrompt="1"/>
          </p:nvPr>
        </p:nvSpPr>
        <p:spPr>
          <a:xfrm>
            <a:off x="3830399" y="2126098"/>
            <a:ext cx="4896000"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pic>
        <p:nvPicPr>
          <p:cNvPr id="3" name="Graphic 2" descr="Nokia logo">
            <a:extLst>
              <a:ext uri="{FF2B5EF4-FFF2-40B4-BE49-F238E27FC236}">
                <a16:creationId xmlns:a16="http://schemas.microsoft.com/office/drawing/2014/main" id="{09469116-FBE9-F1CA-AA9E-3840A8AFBA62}"/>
              </a:ext>
              <a:ext uri="{C183D7F6-B498-43B3-948B-1728B52AA6E4}">
                <adec:decorative xmlns:adec="http://schemas.microsoft.com/office/drawing/2017/decorative" val="0"/>
              </a:ext>
            </a:extLst>
          </p:cNvPr>
          <p:cNvPicPr>
            <a:picLocks noChangeAspect="1"/>
          </p:cNvPicPr>
          <p:nvPr userDrawn="1"/>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37478" y="4472616"/>
            <a:ext cx="1368000" cy="308246"/>
          </a:xfrm>
          <a:prstGeom prst="rect">
            <a:avLst/>
          </a:prstGeom>
        </p:spPr>
      </p:pic>
      <p:sp>
        <p:nvSpPr>
          <p:cNvPr id="19" name="Slide Number Placeholder 5">
            <a:extLst>
              <a:ext uri="{FF2B5EF4-FFF2-40B4-BE49-F238E27FC236}">
                <a16:creationId xmlns:a16="http://schemas.microsoft.com/office/drawing/2014/main" id="{0AAD2976-396D-426A-A7C0-2D53F71491E3}"/>
              </a:ext>
            </a:extLst>
          </p:cNvPr>
          <p:cNvSpPr txBox="1">
            <a:spLocks/>
          </p:cNvSpPr>
          <p:nvPr userDrawn="1"/>
        </p:nvSpPr>
        <p:spPr>
          <a:xfrm>
            <a:off x="7833889"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TextBox 17">
            <a:extLst>
              <a:ext uri="{FF2B5EF4-FFF2-40B4-BE49-F238E27FC236}">
                <a16:creationId xmlns:a16="http://schemas.microsoft.com/office/drawing/2014/main" id="{3CB10A0F-2286-895A-B579-CB5D4386A2B7}"/>
              </a:ext>
            </a:extLst>
          </p:cNvPr>
          <p:cNvSpPr txBox="1"/>
          <p:nvPr userDrawn="1"/>
        </p:nvSpPr>
        <p:spPr>
          <a:xfrm>
            <a:off x="8094815"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spTree>
    <p:extLst>
      <p:ext uri="{BB962C8B-B14F-4D97-AF65-F5344CB8AC3E}">
        <p14:creationId xmlns:p14="http://schemas.microsoft.com/office/powerpoint/2010/main" val="25509633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 N Purple blu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1E104F6-2E1E-CFDD-A69D-C115384F159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pic>
        <p:nvPicPr>
          <p:cNvPr id="5" name="Graphic 4">
            <a:extLst>
              <a:ext uri="{FF2B5EF4-FFF2-40B4-BE49-F238E27FC236}">
                <a16:creationId xmlns:a16="http://schemas.microsoft.com/office/drawing/2014/main" id="{0E27FD93-255E-C585-12C2-E99681C9BE5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900"/>
            <a:ext cx="5144400" cy="5144400"/>
          </a:xfrm>
          <a:prstGeom prst="rect">
            <a:avLst/>
          </a:prstGeom>
        </p:spPr>
      </p:pic>
      <p:sp>
        <p:nvSpPr>
          <p:cNvPr id="17" name="Title 4">
            <a:extLst>
              <a:ext uri="{FF2B5EF4-FFF2-40B4-BE49-F238E27FC236}">
                <a16:creationId xmlns:a16="http://schemas.microsoft.com/office/drawing/2014/main" id="{A1D3EB5E-6B70-AA5A-4340-53F0E0A0646D}"/>
              </a:ext>
            </a:extLst>
          </p:cNvPr>
          <p:cNvSpPr>
            <a:spLocks noGrp="1"/>
          </p:cNvSpPr>
          <p:nvPr>
            <p:ph type="title" hasCustomPrompt="1"/>
          </p:nvPr>
        </p:nvSpPr>
        <p:spPr>
          <a:xfrm>
            <a:off x="3830398" y="719799"/>
            <a:ext cx="4896000"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US" noProof="0"/>
              <a:t>Presentation</a:t>
            </a:r>
            <a:br>
              <a:rPr lang="en-US" noProof="0"/>
            </a:br>
            <a:r>
              <a:rPr lang="en-US" noProof="0"/>
              <a:t>Title (2 lines)</a:t>
            </a:r>
          </a:p>
        </p:txBody>
      </p:sp>
      <p:sp>
        <p:nvSpPr>
          <p:cNvPr id="18" name="Text Placeholder 3">
            <a:extLst>
              <a:ext uri="{FF2B5EF4-FFF2-40B4-BE49-F238E27FC236}">
                <a16:creationId xmlns:a16="http://schemas.microsoft.com/office/drawing/2014/main" id="{0AF9AF4C-BE87-2184-CAE5-F141A4F930B6}"/>
              </a:ext>
            </a:extLst>
          </p:cNvPr>
          <p:cNvSpPr>
            <a:spLocks noGrp="1"/>
          </p:cNvSpPr>
          <p:nvPr>
            <p:ph type="body" sz="quarter" idx="12" hasCustomPrompt="1"/>
          </p:nvPr>
        </p:nvSpPr>
        <p:spPr>
          <a:xfrm>
            <a:off x="3830399" y="2126098"/>
            <a:ext cx="4896000"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pic>
        <p:nvPicPr>
          <p:cNvPr id="7" name="Graphic 6" descr="Nokia logo">
            <a:extLst>
              <a:ext uri="{FF2B5EF4-FFF2-40B4-BE49-F238E27FC236}">
                <a16:creationId xmlns:a16="http://schemas.microsoft.com/office/drawing/2014/main" id="{6473A8D9-1E1F-2E3A-7D9E-D4269FE0E856}"/>
              </a:ext>
              <a:ext uri="{C183D7F6-B498-43B3-948B-1728B52AA6E4}">
                <adec:decorative xmlns:adec="http://schemas.microsoft.com/office/drawing/2017/decorative" val="0"/>
              </a:ext>
            </a:extLst>
          </p:cNvPr>
          <p:cNvPicPr>
            <a:picLocks noChangeAspect="1"/>
          </p:cNvPicPr>
          <p:nvPr userDrawn="1"/>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37478" y="4472616"/>
            <a:ext cx="1368000" cy="308246"/>
          </a:xfrm>
          <a:prstGeom prst="rect">
            <a:avLst/>
          </a:prstGeom>
        </p:spPr>
      </p:pic>
      <p:sp>
        <p:nvSpPr>
          <p:cNvPr id="6" name="TextBox 5">
            <a:extLst>
              <a:ext uri="{FF2B5EF4-FFF2-40B4-BE49-F238E27FC236}">
                <a16:creationId xmlns:a16="http://schemas.microsoft.com/office/drawing/2014/main" id="{1AA40532-F231-EBBB-A8D3-3657B33CB9DA}"/>
              </a:ext>
            </a:extLst>
          </p:cNvPr>
          <p:cNvSpPr txBox="1"/>
          <p:nvPr userDrawn="1"/>
        </p:nvSpPr>
        <p:spPr>
          <a:xfrm>
            <a:off x="8094815"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sp>
        <p:nvSpPr>
          <p:cNvPr id="16" name="Slide Number Placeholder 5">
            <a:extLst>
              <a:ext uri="{FF2B5EF4-FFF2-40B4-BE49-F238E27FC236}">
                <a16:creationId xmlns:a16="http://schemas.microsoft.com/office/drawing/2014/main" id="{B509789C-1FE5-7B11-DD63-34E6F72F670E}"/>
              </a:ext>
            </a:extLst>
          </p:cNvPr>
          <p:cNvSpPr txBox="1">
            <a:spLocks/>
          </p:cNvSpPr>
          <p:nvPr userDrawn="1"/>
        </p:nvSpPr>
        <p:spPr>
          <a:xfrm>
            <a:off x="7833889"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Tree>
    <p:extLst>
      <p:ext uri="{BB962C8B-B14F-4D97-AF65-F5344CB8AC3E}">
        <p14:creationId xmlns:p14="http://schemas.microsoft.com/office/powerpoint/2010/main" val="19109734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 N Pink">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1C7D16BB-9265-7D3A-E136-8F028A9F864E}"/>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0"/>
            <a:ext cx="9144000" cy="5143500"/>
          </a:xfrm>
          <a:prstGeom prst="rect">
            <a:avLst/>
          </a:prstGeom>
        </p:spPr>
      </p:pic>
      <p:pic>
        <p:nvPicPr>
          <p:cNvPr id="20" name="Graphic 19">
            <a:extLst>
              <a:ext uri="{FF2B5EF4-FFF2-40B4-BE49-F238E27FC236}">
                <a16:creationId xmlns:a16="http://schemas.microsoft.com/office/drawing/2014/main" id="{A7536232-7B28-DCFA-37A3-EEBA7365A53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0"/>
            <a:ext cx="5144400" cy="5144400"/>
          </a:xfrm>
          <a:prstGeom prst="rect">
            <a:avLst/>
          </a:prstGeom>
        </p:spPr>
      </p:pic>
      <p:sp>
        <p:nvSpPr>
          <p:cNvPr id="21" name="Title 4">
            <a:extLst>
              <a:ext uri="{FF2B5EF4-FFF2-40B4-BE49-F238E27FC236}">
                <a16:creationId xmlns:a16="http://schemas.microsoft.com/office/drawing/2014/main" id="{F0180981-7B7F-4D9A-87AD-960857227942}"/>
              </a:ext>
            </a:extLst>
          </p:cNvPr>
          <p:cNvSpPr>
            <a:spLocks noGrp="1"/>
          </p:cNvSpPr>
          <p:nvPr>
            <p:ph type="title" hasCustomPrompt="1"/>
          </p:nvPr>
        </p:nvSpPr>
        <p:spPr>
          <a:xfrm>
            <a:off x="3830398" y="719799"/>
            <a:ext cx="4896000"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US" noProof="0"/>
              <a:t>Presentation</a:t>
            </a:r>
            <a:br>
              <a:rPr lang="en-US" noProof="0"/>
            </a:br>
            <a:r>
              <a:rPr lang="en-US" noProof="0"/>
              <a:t>Title (2 lines)</a:t>
            </a:r>
          </a:p>
        </p:txBody>
      </p:sp>
      <p:sp>
        <p:nvSpPr>
          <p:cNvPr id="22" name="Text Placeholder 3">
            <a:extLst>
              <a:ext uri="{FF2B5EF4-FFF2-40B4-BE49-F238E27FC236}">
                <a16:creationId xmlns:a16="http://schemas.microsoft.com/office/drawing/2014/main" id="{5C555545-3487-5A2F-B887-81AE17C8067F}"/>
              </a:ext>
            </a:extLst>
          </p:cNvPr>
          <p:cNvSpPr>
            <a:spLocks noGrp="1"/>
          </p:cNvSpPr>
          <p:nvPr>
            <p:ph type="body" sz="quarter" idx="12" hasCustomPrompt="1"/>
          </p:nvPr>
        </p:nvSpPr>
        <p:spPr>
          <a:xfrm>
            <a:off x="3830399" y="2126098"/>
            <a:ext cx="4896000"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pic>
        <p:nvPicPr>
          <p:cNvPr id="8" name="Graphic 7" descr="Nokia logo">
            <a:extLst>
              <a:ext uri="{FF2B5EF4-FFF2-40B4-BE49-F238E27FC236}">
                <a16:creationId xmlns:a16="http://schemas.microsoft.com/office/drawing/2014/main" id="{E38B61BF-D739-BBD9-DF1D-6287976FB4E6}"/>
              </a:ext>
              <a:ext uri="{C183D7F6-B498-43B3-948B-1728B52AA6E4}">
                <adec:decorative xmlns:adec="http://schemas.microsoft.com/office/drawing/2017/decorative" val="0"/>
              </a:ext>
            </a:extLst>
          </p:cNvPr>
          <p:cNvPicPr>
            <a:picLocks noChangeAspect="1"/>
          </p:cNvPicPr>
          <p:nvPr userDrawn="1"/>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37478" y="4472616"/>
            <a:ext cx="1368000" cy="308246"/>
          </a:xfrm>
          <a:prstGeom prst="rect">
            <a:avLst/>
          </a:prstGeom>
        </p:spPr>
      </p:pic>
      <p:sp>
        <p:nvSpPr>
          <p:cNvPr id="19" name="Slide Number Placeholder 5">
            <a:extLst>
              <a:ext uri="{FF2B5EF4-FFF2-40B4-BE49-F238E27FC236}">
                <a16:creationId xmlns:a16="http://schemas.microsoft.com/office/drawing/2014/main" id="{0B1E5D1B-6D7F-C600-7828-022D4F5709B7}"/>
              </a:ext>
            </a:extLst>
          </p:cNvPr>
          <p:cNvSpPr txBox="1">
            <a:spLocks/>
          </p:cNvSpPr>
          <p:nvPr userDrawn="1"/>
        </p:nvSpPr>
        <p:spPr>
          <a:xfrm>
            <a:off x="7833889"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TextBox 17">
            <a:extLst>
              <a:ext uri="{FF2B5EF4-FFF2-40B4-BE49-F238E27FC236}">
                <a16:creationId xmlns:a16="http://schemas.microsoft.com/office/drawing/2014/main" id="{B3045E81-706E-BB14-3DDB-AC56D9F33518}"/>
              </a:ext>
            </a:extLst>
          </p:cNvPr>
          <p:cNvSpPr txBox="1"/>
          <p:nvPr userDrawn="1"/>
        </p:nvSpPr>
        <p:spPr>
          <a:xfrm>
            <a:off x="8094815"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spTree>
    <p:extLst>
      <p:ext uri="{BB962C8B-B14F-4D97-AF65-F5344CB8AC3E}">
        <p14:creationId xmlns:p14="http://schemas.microsoft.com/office/powerpoint/2010/main" val="415481593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 N White">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6585F427-7AA2-BA79-9FAB-3B20B348D66A}"/>
              </a:ext>
              <a:ext uri="{C183D7F6-B498-43B3-948B-1728B52AA6E4}">
                <adec:decorative xmlns:adec="http://schemas.microsoft.com/office/drawing/2017/decorative" val="1"/>
              </a:ext>
            </a:extLst>
          </p:cNvPr>
          <p:cNvSpPr/>
          <p:nvPr userDrawn="1"/>
        </p:nvSpPr>
        <p:spPr>
          <a:xfrm>
            <a:off x="0" y="-900"/>
            <a:ext cx="5144400" cy="5144400"/>
          </a:xfrm>
          <a:custGeom>
            <a:avLst/>
            <a:gdLst>
              <a:gd name="connsiteX0" fmla="*/ 0 w 5144400"/>
              <a:gd name="connsiteY0" fmla="*/ 0 h 5144400"/>
              <a:gd name="connsiteX1" fmla="*/ 0 w 5144400"/>
              <a:gd name="connsiteY1" fmla="*/ 5144400 h 5144400"/>
              <a:gd name="connsiteX2" fmla="*/ 794971 w 5144400"/>
              <a:gd name="connsiteY2" fmla="*/ 5144400 h 5144400"/>
              <a:gd name="connsiteX3" fmla="*/ 794971 w 5144400"/>
              <a:gd name="connsiteY3" fmla="*/ 1741594 h 5144400"/>
              <a:gd name="connsiteX4" fmla="*/ 5144400 w 5144400"/>
              <a:gd name="connsiteY4" fmla="*/ 5144400 h 5144400"/>
              <a:gd name="connsiteX5" fmla="*/ 5144400 w 5144400"/>
              <a:gd name="connsiteY5" fmla="*/ 4142850 h 5144400"/>
              <a:gd name="connsiteX6" fmla="*/ 0 w 5144400"/>
              <a:gd name="connsiteY6" fmla="*/ 0 h 514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44400" h="5144400">
                <a:moveTo>
                  <a:pt x="0" y="0"/>
                </a:moveTo>
                <a:lnTo>
                  <a:pt x="0" y="5144400"/>
                </a:lnTo>
                <a:cubicBezTo>
                  <a:pt x="0" y="5144400"/>
                  <a:pt x="794971" y="5144400"/>
                  <a:pt x="794971" y="5144400"/>
                </a:cubicBezTo>
                <a:lnTo>
                  <a:pt x="794971" y="1741594"/>
                </a:lnTo>
                <a:cubicBezTo>
                  <a:pt x="794971" y="1741594"/>
                  <a:pt x="5144400" y="5144400"/>
                  <a:pt x="5144400" y="5144400"/>
                </a:cubicBezTo>
                <a:lnTo>
                  <a:pt x="5144400" y="4142850"/>
                </a:lnTo>
                <a:lnTo>
                  <a:pt x="0" y="0"/>
                </a:lnTo>
                <a:close/>
              </a:path>
            </a:pathLst>
          </a:custGeom>
          <a:solidFill>
            <a:schemeClr val="accent1"/>
          </a:solidFill>
          <a:ln w="26789" cap="flat">
            <a:noFill/>
            <a:prstDash val="solid"/>
            <a:miter/>
          </a:ln>
        </p:spPr>
        <p:txBody>
          <a:bodyPr rtlCol="0" anchor="ctr"/>
          <a:lstStyle/>
          <a:p>
            <a:endParaRPr lang="en-US" dirty="0"/>
          </a:p>
        </p:txBody>
      </p:sp>
      <p:sp>
        <p:nvSpPr>
          <p:cNvPr id="21" name="Title 4">
            <a:extLst>
              <a:ext uri="{FF2B5EF4-FFF2-40B4-BE49-F238E27FC236}">
                <a16:creationId xmlns:a16="http://schemas.microsoft.com/office/drawing/2014/main" id="{D3CDCE65-9D09-8014-E0D4-FA37C5A40921}"/>
              </a:ext>
            </a:extLst>
          </p:cNvPr>
          <p:cNvSpPr>
            <a:spLocks noGrp="1"/>
          </p:cNvSpPr>
          <p:nvPr>
            <p:ph type="title" hasCustomPrompt="1"/>
          </p:nvPr>
        </p:nvSpPr>
        <p:spPr>
          <a:xfrm>
            <a:off x="3830398" y="719799"/>
            <a:ext cx="4896000"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accent1"/>
                </a:solidFill>
                <a:latin typeface="+mj-lt"/>
                <a:ea typeface="+mn-ea"/>
                <a:cs typeface="+mn-cs"/>
              </a:defRPr>
            </a:lvl1pPr>
          </a:lstStyle>
          <a:p>
            <a:r>
              <a:rPr lang="en-US" noProof="0"/>
              <a:t>Presentation</a:t>
            </a:r>
            <a:br>
              <a:rPr lang="en-US" noProof="0"/>
            </a:br>
            <a:r>
              <a:rPr lang="en-US" noProof="0"/>
              <a:t>Title (2 lines)</a:t>
            </a:r>
          </a:p>
        </p:txBody>
      </p:sp>
      <p:sp>
        <p:nvSpPr>
          <p:cNvPr id="22" name="Text Placeholder 3">
            <a:extLst>
              <a:ext uri="{FF2B5EF4-FFF2-40B4-BE49-F238E27FC236}">
                <a16:creationId xmlns:a16="http://schemas.microsoft.com/office/drawing/2014/main" id="{450AD0AE-26A9-7041-BAC9-7726260DC45A}"/>
              </a:ext>
            </a:extLst>
          </p:cNvPr>
          <p:cNvSpPr>
            <a:spLocks noGrp="1"/>
          </p:cNvSpPr>
          <p:nvPr>
            <p:ph type="body" sz="quarter" idx="12" hasCustomPrompt="1"/>
          </p:nvPr>
        </p:nvSpPr>
        <p:spPr>
          <a:xfrm>
            <a:off x="3830399" y="2126098"/>
            <a:ext cx="4896000"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accent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pic>
        <p:nvPicPr>
          <p:cNvPr id="10" name="Graphic 9" descr="Nokia logo">
            <a:extLst>
              <a:ext uri="{FF2B5EF4-FFF2-40B4-BE49-F238E27FC236}">
                <a16:creationId xmlns:a16="http://schemas.microsoft.com/office/drawing/2014/main" id="{B1A59803-7A75-C0A5-6357-07B64397DE31}"/>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37478" y="4472616"/>
            <a:ext cx="1368000" cy="308246"/>
          </a:xfrm>
          <a:prstGeom prst="rect">
            <a:avLst/>
          </a:prstGeom>
        </p:spPr>
      </p:pic>
      <p:sp>
        <p:nvSpPr>
          <p:cNvPr id="20" name="Slide Number Placeholder 5">
            <a:extLst>
              <a:ext uri="{FF2B5EF4-FFF2-40B4-BE49-F238E27FC236}">
                <a16:creationId xmlns:a16="http://schemas.microsoft.com/office/drawing/2014/main" id="{CE77B206-49F7-2B3D-46F6-5783EB06549D}"/>
              </a:ext>
            </a:extLst>
          </p:cNvPr>
          <p:cNvSpPr txBox="1">
            <a:spLocks/>
          </p:cNvSpPr>
          <p:nvPr userDrawn="1"/>
        </p:nvSpPr>
        <p:spPr>
          <a:xfrm>
            <a:off x="7833889"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9" name="TextBox 18">
            <a:extLst>
              <a:ext uri="{FF2B5EF4-FFF2-40B4-BE49-F238E27FC236}">
                <a16:creationId xmlns:a16="http://schemas.microsoft.com/office/drawing/2014/main" id="{41F7AE0E-D196-9918-5EDB-E9F6D1F5BFCD}"/>
              </a:ext>
            </a:extLst>
          </p:cNvPr>
          <p:cNvSpPr txBox="1"/>
          <p:nvPr userDrawn="1"/>
        </p:nvSpPr>
        <p:spPr>
          <a:xfrm>
            <a:off x="8094815" y="4858555"/>
            <a:ext cx="631583" cy="123111"/>
          </a:xfrm>
          <a:prstGeom prst="rect">
            <a:avLst/>
          </a:prstGeom>
          <a:noFill/>
        </p:spPr>
        <p:txBody>
          <a:bodyPr wrap="none" lIns="0" tIns="0" rIns="0" bIns="0" anchor="b" anchorCtr="0">
            <a:noAutofit/>
          </a:bodyPr>
          <a:lstStyle/>
          <a:p>
            <a:r>
              <a:rPr lang="en-US" sz="800"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spTree>
    <p:extLst>
      <p:ext uri="{BB962C8B-B14F-4D97-AF65-F5344CB8AC3E}">
        <p14:creationId xmlns:p14="http://schemas.microsoft.com/office/powerpoint/2010/main" val="167432026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O Blue green">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18A7CBB0-A767-7247-8638-81BC366967BA}"/>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0"/>
            <a:ext cx="9144000" cy="5143500"/>
          </a:xfrm>
          <a:prstGeom prst="rect">
            <a:avLst/>
          </a:prstGeom>
        </p:spPr>
      </p:pic>
      <p:pic>
        <p:nvPicPr>
          <p:cNvPr id="13" name="Graphic 12">
            <a:extLst>
              <a:ext uri="{FF2B5EF4-FFF2-40B4-BE49-F238E27FC236}">
                <a16:creationId xmlns:a16="http://schemas.microsoft.com/office/drawing/2014/main" id="{8CEF710E-39E1-082B-B52C-E37B4EEF550E}"/>
              </a:ext>
              <a:ext uri="{C183D7F6-B498-43B3-948B-1728B52AA6E4}">
                <adec:decorative xmlns:adec="http://schemas.microsoft.com/office/drawing/2017/decorative" val="1"/>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r="25034"/>
          <a:stretch/>
        </p:blipFill>
        <p:spPr>
          <a:xfrm>
            <a:off x="5126775" y="-4796"/>
            <a:ext cx="4017225" cy="5144400"/>
          </a:xfrm>
          <a:prstGeom prst="rect">
            <a:avLst/>
          </a:prstGeom>
        </p:spPr>
      </p:pic>
      <p:sp>
        <p:nvSpPr>
          <p:cNvPr id="9" name="Title 4">
            <a:extLst>
              <a:ext uri="{FF2B5EF4-FFF2-40B4-BE49-F238E27FC236}">
                <a16:creationId xmlns:a16="http://schemas.microsoft.com/office/drawing/2014/main" id="{9A3B12B3-A799-7EB4-75DA-BC0A7D70161D}"/>
              </a:ext>
            </a:extLst>
          </p:cNvPr>
          <p:cNvSpPr>
            <a:spLocks noGrp="1"/>
          </p:cNvSpPr>
          <p:nvPr>
            <p:ph type="title" hasCustomPrompt="1"/>
          </p:nvPr>
        </p:nvSpPr>
        <p:spPr>
          <a:xfrm>
            <a:off x="417531" y="900000"/>
            <a:ext cx="4896000"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US" noProof="0"/>
              <a:t>Presentation</a:t>
            </a:r>
            <a:br>
              <a:rPr lang="en-US" noProof="0"/>
            </a:br>
            <a:r>
              <a:rPr lang="en-US" noProof="0"/>
              <a:t>Title (2 lines)</a:t>
            </a:r>
          </a:p>
        </p:txBody>
      </p:sp>
      <p:sp>
        <p:nvSpPr>
          <p:cNvPr id="10" name="Text Placeholder 3">
            <a:extLst>
              <a:ext uri="{FF2B5EF4-FFF2-40B4-BE49-F238E27FC236}">
                <a16:creationId xmlns:a16="http://schemas.microsoft.com/office/drawing/2014/main" id="{BEDD8338-5A64-469A-E2DB-DF91FC185624}"/>
              </a:ext>
            </a:extLst>
          </p:cNvPr>
          <p:cNvSpPr>
            <a:spLocks noGrp="1"/>
          </p:cNvSpPr>
          <p:nvPr>
            <p:ph type="body" sz="quarter" idx="12" hasCustomPrompt="1"/>
          </p:nvPr>
        </p:nvSpPr>
        <p:spPr>
          <a:xfrm>
            <a:off x="417531" y="234000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sp>
        <p:nvSpPr>
          <p:cNvPr id="19" name="Slide Number Placeholder 5">
            <a:extLst>
              <a:ext uri="{FF2B5EF4-FFF2-40B4-BE49-F238E27FC236}">
                <a16:creationId xmlns:a16="http://schemas.microsoft.com/office/drawing/2014/main" id="{0A910EA0-FECD-D7DE-120C-8BC301ED58FF}"/>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TextBox 17">
            <a:extLst>
              <a:ext uri="{FF2B5EF4-FFF2-40B4-BE49-F238E27FC236}">
                <a16:creationId xmlns:a16="http://schemas.microsoft.com/office/drawing/2014/main" id="{8BB79C81-C7D6-4DE3-0A04-D7E02DD8C665}"/>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pic>
        <p:nvPicPr>
          <p:cNvPr id="2" name="Graphic 1" descr="Nokia logo">
            <a:extLst>
              <a:ext uri="{FF2B5EF4-FFF2-40B4-BE49-F238E27FC236}">
                <a16:creationId xmlns:a16="http://schemas.microsoft.com/office/drawing/2014/main" id="{1921672E-D869-7D2B-159D-F174AB26977E}"/>
              </a:ext>
              <a:ext uri="{C183D7F6-B498-43B3-948B-1728B52AA6E4}">
                <adec:decorative xmlns:adec="http://schemas.microsoft.com/office/drawing/2017/decorative" val="0"/>
              </a:ext>
            </a:extLst>
          </p:cNvPr>
          <p:cNvPicPr>
            <a:picLocks noChangeAspect="1"/>
          </p:cNvPicPr>
          <p:nvPr userDrawn="1"/>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1148" y="2417035"/>
            <a:ext cx="1368000" cy="308246"/>
          </a:xfrm>
          <a:prstGeom prst="rect">
            <a:avLst/>
          </a:prstGeom>
        </p:spPr>
      </p:pic>
    </p:spTree>
    <p:extLst>
      <p:ext uri="{BB962C8B-B14F-4D97-AF65-F5344CB8AC3E}">
        <p14:creationId xmlns:p14="http://schemas.microsoft.com/office/powerpoint/2010/main" val="19569975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 O Blue pink">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7370059-157B-625C-8521-D3FCF8A22DA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0"/>
            <a:ext cx="9144000" cy="5143500"/>
          </a:xfrm>
          <a:prstGeom prst="rect">
            <a:avLst/>
          </a:prstGeom>
        </p:spPr>
      </p:pic>
      <p:pic>
        <p:nvPicPr>
          <p:cNvPr id="14" name="Graphic 13">
            <a:extLst>
              <a:ext uri="{FF2B5EF4-FFF2-40B4-BE49-F238E27FC236}">
                <a16:creationId xmlns:a16="http://schemas.microsoft.com/office/drawing/2014/main" id="{F41E3DBD-A4E2-6EF5-8073-EED87395D745}"/>
              </a:ext>
              <a:ext uri="{C183D7F6-B498-43B3-948B-1728B52AA6E4}">
                <adec:decorative xmlns:adec="http://schemas.microsoft.com/office/drawing/2017/decorative" val="1"/>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r="25034"/>
          <a:stretch/>
        </p:blipFill>
        <p:spPr>
          <a:xfrm>
            <a:off x="5126775" y="-4796"/>
            <a:ext cx="4017225" cy="5144400"/>
          </a:xfrm>
          <a:prstGeom prst="rect">
            <a:avLst/>
          </a:prstGeom>
        </p:spPr>
      </p:pic>
      <p:sp>
        <p:nvSpPr>
          <p:cNvPr id="18" name="Title 4">
            <a:extLst>
              <a:ext uri="{FF2B5EF4-FFF2-40B4-BE49-F238E27FC236}">
                <a16:creationId xmlns:a16="http://schemas.microsoft.com/office/drawing/2014/main" id="{CA265AEB-E893-7C5A-2089-F8668DD28ED9}"/>
              </a:ext>
            </a:extLst>
          </p:cNvPr>
          <p:cNvSpPr>
            <a:spLocks noGrp="1"/>
          </p:cNvSpPr>
          <p:nvPr>
            <p:ph type="title" hasCustomPrompt="1"/>
          </p:nvPr>
        </p:nvSpPr>
        <p:spPr>
          <a:xfrm>
            <a:off x="417531" y="900000"/>
            <a:ext cx="4896000"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US" noProof="0"/>
              <a:t>Presentation</a:t>
            </a:r>
            <a:br>
              <a:rPr lang="en-US" noProof="0"/>
            </a:br>
            <a:r>
              <a:rPr lang="en-US" noProof="0"/>
              <a:t>Title (2 lines)</a:t>
            </a:r>
          </a:p>
        </p:txBody>
      </p:sp>
      <p:sp>
        <p:nvSpPr>
          <p:cNvPr id="19" name="Text Placeholder 3">
            <a:extLst>
              <a:ext uri="{FF2B5EF4-FFF2-40B4-BE49-F238E27FC236}">
                <a16:creationId xmlns:a16="http://schemas.microsoft.com/office/drawing/2014/main" id="{89A21839-5A3E-48C8-8C8A-66E6CF919C97}"/>
              </a:ext>
            </a:extLst>
          </p:cNvPr>
          <p:cNvSpPr>
            <a:spLocks noGrp="1"/>
          </p:cNvSpPr>
          <p:nvPr>
            <p:ph type="body" sz="quarter" idx="12" hasCustomPrompt="1"/>
          </p:nvPr>
        </p:nvSpPr>
        <p:spPr>
          <a:xfrm>
            <a:off x="417531" y="234000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sp>
        <p:nvSpPr>
          <p:cNvPr id="17" name="Slide Number Placeholder 5">
            <a:extLst>
              <a:ext uri="{FF2B5EF4-FFF2-40B4-BE49-F238E27FC236}">
                <a16:creationId xmlns:a16="http://schemas.microsoft.com/office/drawing/2014/main" id="{17E9E3A5-43FE-813E-B36E-00A287E16B3E}"/>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1" name="TextBox 10">
            <a:extLst>
              <a:ext uri="{FF2B5EF4-FFF2-40B4-BE49-F238E27FC236}">
                <a16:creationId xmlns:a16="http://schemas.microsoft.com/office/drawing/2014/main" id="{79647D8A-35E4-5375-137D-AE3FBB59F9F8}"/>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pic>
        <p:nvPicPr>
          <p:cNvPr id="6" name="Graphic 5" descr="Nokia logo">
            <a:extLst>
              <a:ext uri="{FF2B5EF4-FFF2-40B4-BE49-F238E27FC236}">
                <a16:creationId xmlns:a16="http://schemas.microsoft.com/office/drawing/2014/main" id="{3159A364-3F53-49BA-50D6-FD0686E3293E}"/>
              </a:ext>
              <a:ext uri="{C183D7F6-B498-43B3-948B-1728B52AA6E4}">
                <adec:decorative xmlns:adec="http://schemas.microsoft.com/office/drawing/2017/decorative" val="0"/>
              </a:ext>
            </a:extLst>
          </p:cNvPr>
          <p:cNvPicPr>
            <a:picLocks noChangeAspect="1"/>
          </p:cNvPicPr>
          <p:nvPr userDrawn="1"/>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1148" y="2417035"/>
            <a:ext cx="1368000" cy="308246"/>
          </a:xfrm>
          <a:prstGeom prst="rect">
            <a:avLst/>
          </a:prstGeom>
        </p:spPr>
      </p:pic>
    </p:spTree>
    <p:extLst>
      <p:ext uri="{BB962C8B-B14F-4D97-AF65-F5344CB8AC3E}">
        <p14:creationId xmlns:p14="http://schemas.microsoft.com/office/powerpoint/2010/main" val="335331133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 O Blue green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A20ED13-DCC3-ED6C-4FB2-2B64E7F0411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0"/>
            <a:ext cx="9144000" cy="5143500"/>
          </a:xfrm>
          <a:prstGeom prst="rect">
            <a:avLst/>
          </a:prstGeom>
        </p:spPr>
      </p:pic>
      <p:pic>
        <p:nvPicPr>
          <p:cNvPr id="16" name="Graphic 15">
            <a:extLst>
              <a:ext uri="{FF2B5EF4-FFF2-40B4-BE49-F238E27FC236}">
                <a16:creationId xmlns:a16="http://schemas.microsoft.com/office/drawing/2014/main" id="{B9438AB4-120A-6B68-C6A3-6BD51CF52D24}"/>
              </a:ext>
              <a:ext uri="{C183D7F6-B498-43B3-948B-1728B52AA6E4}">
                <adec:decorative xmlns:adec="http://schemas.microsoft.com/office/drawing/2017/decorative" val="1"/>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r="25034"/>
          <a:stretch/>
        </p:blipFill>
        <p:spPr>
          <a:xfrm>
            <a:off x="5126775" y="-4796"/>
            <a:ext cx="4017225" cy="5144400"/>
          </a:xfrm>
          <a:prstGeom prst="rect">
            <a:avLst/>
          </a:prstGeom>
        </p:spPr>
      </p:pic>
      <p:sp>
        <p:nvSpPr>
          <p:cNvPr id="6" name="Title 4">
            <a:extLst>
              <a:ext uri="{FF2B5EF4-FFF2-40B4-BE49-F238E27FC236}">
                <a16:creationId xmlns:a16="http://schemas.microsoft.com/office/drawing/2014/main" id="{D06AC820-889D-342D-C4F1-65579046FEB3}"/>
              </a:ext>
            </a:extLst>
          </p:cNvPr>
          <p:cNvSpPr>
            <a:spLocks noGrp="1"/>
          </p:cNvSpPr>
          <p:nvPr>
            <p:ph type="title" hasCustomPrompt="1"/>
          </p:nvPr>
        </p:nvSpPr>
        <p:spPr>
          <a:xfrm>
            <a:off x="417531" y="900000"/>
            <a:ext cx="4896000"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US" noProof="0"/>
              <a:t>Presentation</a:t>
            </a:r>
            <a:br>
              <a:rPr lang="en-US" noProof="0"/>
            </a:br>
            <a:r>
              <a:rPr lang="en-US" noProof="0"/>
              <a:t>Title (2 lines)</a:t>
            </a:r>
          </a:p>
        </p:txBody>
      </p:sp>
      <p:sp>
        <p:nvSpPr>
          <p:cNvPr id="10" name="Text Placeholder 3">
            <a:extLst>
              <a:ext uri="{FF2B5EF4-FFF2-40B4-BE49-F238E27FC236}">
                <a16:creationId xmlns:a16="http://schemas.microsoft.com/office/drawing/2014/main" id="{38C0E4A4-2F9E-C493-382A-9CBF0ED8AD5E}"/>
              </a:ext>
            </a:extLst>
          </p:cNvPr>
          <p:cNvSpPr>
            <a:spLocks noGrp="1"/>
          </p:cNvSpPr>
          <p:nvPr>
            <p:ph type="body" sz="quarter" idx="12" hasCustomPrompt="1"/>
          </p:nvPr>
        </p:nvSpPr>
        <p:spPr>
          <a:xfrm>
            <a:off x="417531" y="234000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sp>
        <p:nvSpPr>
          <p:cNvPr id="4" name="TextBox 3">
            <a:extLst>
              <a:ext uri="{FF2B5EF4-FFF2-40B4-BE49-F238E27FC236}">
                <a16:creationId xmlns:a16="http://schemas.microsoft.com/office/drawing/2014/main" id="{5054EB9F-8927-A3FE-8B84-2A5DA2E7EB1F}"/>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sp>
        <p:nvSpPr>
          <p:cNvPr id="5" name="Slide Number Placeholder 5">
            <a:extLst>
              <a:ext uri="{FF2B5EF4-FFF2-40B4-BE49-F238E27FC236}">
                <a16:creationId xmlns:a16="http://schemas.microsoft.com/office/drawing/2014/main" id="{E1049C86-481E-BCA9-382A-A561EA22CA19}"/>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pic>
        <p:nvPicPr>
          <p:cNvPr id="7" name="Graphic 6" descr="Nokia logo">
            <a:extLst>
              <a:ext uri="{FF2B5EF4-FFF2-40B4-BE49-F238E27FC236}">
                <a16:creationId xmlns:a16="http://schemas.microsoft.com/office/drawing/2014/main" id="{A036063D-3B25-4CF1-DB6F-72093DB7B48A}"/>
              </a:ext>
              <a:ext uri="{C183D7F6-B498-43B3-948B-1728B52AA6E4}">
                <adec:decorative xmlns:adec="http://schemas.microsoft.com/office/drawing/2017/decorative" val="0"/>
              </a:ext>
            </a:extLst>
          </p:cNvPr>
          <p:cNvPicPr>
            <a:picLocks noChangeAspect="1"/>
          </p:cNvPicPr>
          <p:nvPr userDrawn="1"/>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1148" y="2417035"/>
            <a:ext cx="1368000" cy="308246"/>
          </a:xfrm>
          <a:prstGeom prst="rect">
            <a:avLst/>
          </a:prstGeom>
        </p:spPr>
      </p:pic>
    </p:spTree>
    <p:extLst>
      <p:ext uri="{BB962C8B-B14F-4D97-AF65-F5344CB8AC3E}">
        <p14:creationId xmlns:p14="http://schemas.microsoft.com/office/powerpoint/2010/main" val="43903471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 O White">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87D5AF06-6AF8-9002-BEDC-176CB57496A1}"/>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25084"/>
          <a:stretch/>
        </p:blipFill>
        <p:spPr>
          <a:xfrm>
            <a:off x="5126775" y="0"/>
            <a:ext cx="4017225" cy="5143500"/>
          </a:xfrm>
          <a:prstGeom prst="rect">
            <a:avLst/>
          </a:prstGeom>
        </p:spPr>
      </p:pic>
      <p:sp>
        <p:nvSpPr>
          <p:cNvPr id="14" name="Title 4">
            <a:extLst>
              <a:ext uri="{FF2B5EF4-FFF2-40B4-BE49-F238E27FC236}">
                <a16:creationId xmlns:a16="http://schemas.microsoft.com/office/drawing/2014/main" id="{2EB43E8F-27C8-8759-7A98-CAA935E7823A}"/>
              </a:ext>
            </a:extLst>
          </p:cNvPr>
          <p:cNvSpPr>
            <a:spLocks noGrp="1"/>
          </p:cNvSpPr>
          <p:nvPr>
            <p:ph type="title" hasCustomPrompt="1"/>
          </p:nvPr>
        </p:nvSpPr>
        <p:spPr>
          <a:xfrm>
            <a:off x="417531" y="900000"/>
            <a:ext cx="4896000"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accent1"/>
                </a:solidFill>
                <a:latin typeface="+mj-lt"/>
                <a:ea typeface="+mn-ea"/>
                <a:cs typeface="+mn-cs"/>
              </a:defRPr>
            </a:lvl1pPr>
          </a:lstStyle>
          <a:p>
            <a:r>
              <a:rPr lang="en-US" noProof="0"/>
              <a:t>Presentation</a:t>
            </a:r>
            <a:br>
              <a:rPr lang="en-US" noProof="0"/>
            </a:br>
            <a:r>
              <a:rPr lang="en-US" noProof="0"/>
              <a:t>Title (2 lines)</a:t>
            </a:r>
          </a:p>
        </p:txBody>
      </p:sp>
      <p:sp>
        <p:nvSpPr>
          <p:cNvPr id="15" name="Text Placeholder 3">
            <a:extLst>
              <a:ext uri="{FF2B5EF4-FFF2-40B4-BE49-F238E27FC236}">
                <a16:creationId xmlns:a16="http://schemas.microsoft.com/office/drawing/2014/main" id="{CE8D2D46-B066-616E-7306-CE64233C730C}"/>
              </a:ext>
            </a:extLst>
          </p:cNvPr>
          <p:cNvSpPr>
            <a:spLocks noGrp="1"/>
          </p:cNvSpPr>
          <p:nvPr>
            <p:ph type="body" sz="quarter" idx="12" hasCustomPrompt="1"/>
          </p:nvPr>
        </p:nvSpPr>
        <p:spPr>
          <a:xfrm>
            <a:off x="417531" y="234000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accent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sp>
        <p:nvSpPr>
          <p:cNvPr id="6" name="Slide Number Placeholder 5">
            <a:extLst>
              <a:ext uri="{FF2B5EF4-FFF2-40B4-BE49-F238E27FC236}">
                <a16:creationId xmlns:a16="http://schemas.microsoft.com/office/drawing/2014/main" id="{D74832A1-1A29-5A85-3CD7-02108B35D949}"/>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5" name="TextBox 4">
            <a:extLst>
              <a:ext uri="{FF2B5EF4-FFF2-40B4-BE49-F238E27FC236}">
                <a16:creationId xmlns:a16="http://schemas.microsoft.com/office/drawing/2014/main" id="{0A7A7115-EA83-4FF6-C9AA-23524B051F64}"/>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pic>
        <p:nvPicPr>
          <p:cNvPr id="2" name="Graphic 1" descr="Nokia logo">
            <a:extLst>
              <a:ext uri="{FF2B5EF4-FFF2-40B4-BE49-F238E27FC236}">
                <a16:creationId xmlns:a16="http://schemas.microsoft.com/office/drawing/2014/main" id="{1256B8AB-F671-364A-E851-3FD12238AA6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1148" y="2417035"/>
            <a:ext cx="1368000" cy="308246"/>
          </a:xfrm>
          <a:prstGeom prst="rect">
            <a:avLst/>
          </a:prstGeom>
        </p:spPr>
      </p:pic>
    </p:spTree>
    <p:extLst>
      <p:ext uri="{BB962C8B-B14F-4D97-AF65-F5344CB8AC3E}">
        <p14:creationId xmlns:p14="http://schemas.microsoft.com/office/powerpoint/2010/main" val="326616006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 K Red orange">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38FCEB48-BE41-308F-33AB-94163C02BF56}"/>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0"/>
            <a:ext cx="9144000" cy="5143500"/>
          </a:xfrm>
          <a:prstGeom prst="rect">
            <a:avLst/>
          </a:prstGeom>
        </p:spPr>
      </p:pic>
      <p:pic>
        <p:nvPicPr>
          <p:cNvPr id="10" name="Graphic 9">
            <a:extLst>
              <a:ext uri="{FF2B5EF4-FFF2-40B4-BE49-F238E27FC236}">
                <a16:creationId xmlns:a16="http://schemas.microsoft.com/office/drawing/2014/main" id="{193793F7-1073-3781-E44D-DD541B786672}"/>
              </a:ext>
              <a:ext uri="{C183D7F6-B498-43B3-948B-1728B52AA6E4}">
                <adec:decorative xmlns:adec="http://schemas.microsoft.com/office/drawing/2017/decorative" val="1"/>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r="18818"/>
          <a:stretch/>
        </p:blipFill>
        <p:spPr>
          <a:xfrm>
            <a:off x="4967656" y="0"/>
            <a:ext cx="4176344" cy="5144400"/>
          </a:xfrm>
          <a:prstGeom prst="rect">
            <a:avLst/>
          </a:prstGeom>
        </p:spPr>
      </p:pic>
      <p:sp>
        <p:nvSpPr>
          <p:cNvPr id="17" name="Title 4">
            <a:extLst>
              <a:ext uri="{FF2B5EF4-FFF2-40B4-BE49-F238E27FC236}">
                <a16:creationId xmlns:a16="http://schemas.microsoft.com/office/drawing/2014/main" id="{4A761E77-5CBD-451F-FA38-EA3EF19CE9E8}"/>
              </a:ext>
            </a:extLst>
          </p:cNvPr>
          <p:cNvSpPr>
            <a:spLocks noGrp="1"/>
          </p:cNvSpPr>
          <p:nvPr>
            <p:ph type="title" hasCustomPrompt="1"/>
          </p:nvPr>
        </p:nvSpPr>
        <p:spPr>
          <a:xfrm>
            <a:off x="417531" y="1634673"/>
            <a:ext cx="4896000"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US" noProof="0"/>
              <a:t>Presentation</a:t>
            </a:r>
            <a:br>
              <a:rPr lang="en-US" noProof="0"/>
            </a:br>
            <a:r>
              <a:rPr lang="en-US" noProof="0"/>
              <a:t>Title (2 lines)</a:t>
            </a:r>
          </a:p>
        </p:txBody>
      </p:sp>
      <p:sp>
        <p:nvSpPr>
          <p:cNvPr id="18" name="Text Placeholder 3">
            <a:extLst>
              <a:ext uri="{FF2B5EF4-FFF2-40B4-BE49-F238E27FC236}">
                <a16:creationId xmlns:a16="http://schemas.microsoft.com/office/drawing/2014/main" id="{1349CF4D-C3F5-69B9-4227-EC331C16F094}"/>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sp>
        <p:nvSpPr>
          <p:cNvPr id="13" name="Slide Number Placeholder 5">
            <a:extLst>
              <a:ext uri="{FF2B5EF4-FFF2-40B4-BE49-F238E27FC236}">
                <a16:creationId xmlns:a16="http://schemas.microsoft.com/office/drawing/2014/main" id="{4885AEDB-ED41-584E-391C-1747DAD5043C}"/>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 name="TextBox 1">
            <a:extLst>
              <a:ext uri="{FF2B5EF4-FFF2-40B4-BE49-F238E27FC236}">
                <a16:creationId xmlns:a16="http://schemas.microsoft.com/office/drawing/2014/main" id="{DF372165-1480-FF4B-FD8E-0169E8CD1957}"/>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pic>
        <p:nvPicPr>
          <p:cNvPr id="3" name="Graphic 2" descr="Nokia logo">
            <a:extLst>
              <a:ext uri="{FF2B5EF4-FFF2-40B4-BE49-F238E27FC236}">
                <a16:creationId xmlns:a16="http://schemas.microsoft.com/office/drawing/2014/main" id="{074773A7-3EAC-2961-24D3-842784349AA5}"/>
              </a:ext>
              <a:ext uri="{C183D7F6-B498-43B3-948B-1728B52AA6E4}">
                <adec:decorative xmlns:adec="http://schemas.microsoft.com/office/drawing/2017/decorative" val="0"/>
              </a:ext>
            </a:extLst>
          </p:cNvPr>
          <p:cNvPicPr>
            <a:picLocks noChangeAspect="1"/>
          </p:cNvPicPr>
          <p:nvPr userDrawn="1"/>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02120" y="2417035"/>
            <a:ext cx="1368000" cy="308246"/>
          </a:xfrm>
          <a:prstGeom prst="rect">
            <a:avLst/>
          </a:prstGeom>
        </p:spPr>
      </p:pic>
    </p:spTree>
    <p:extLst>
      <p:ext uri="{BB962C8B-B14F-4D97-AF65-F5344CB8AC3E}">
        <p14:creationId xmlns:p14="http://schemas.microsoft.com/office/powerpoint/2010/main" val="24655816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 K Blue">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8FF1A58D-53A4-65F6-8F2B-645D65C5331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pic>
        <p:nvPicPr>
          <p:cNvPr id="4" name="Graphic 3">
            <a:extLst>
              <a:ext uri="{FF2B5EF4-FFF2-40B4-BE49-F238E27FC236}">
                <a16:creationId xmlns:a16="http://schemas.microsoft.com/office/drawing/2014/main" id="{5166BBE5-C86E-3E87-A7C5-F29BE64D716D}"/>
              </a:ext>
              <a:ext uri="{C183D7F6-B498-43B3-948B-1728B52AA6E4}">
                <adec:decorative xmlns:adec="http://schemas.microsoft.com/office/drawing/2017/decorative" val="1"/>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r="18818"/>
          <a:stretch/>
        </p:blipFill>
        <p:spPr>
          <a:xfrm>
            <a:off x="4967656" y="0"/>
            <a:ext cx="4176344" cy="5144400"/>
          </a:xfrm>
          <a:prstGeom prst="rect">
            <a:avLst/>
          </a:prstGeom>
        </p:spPr>
      </p:pic>
      <p:sp>
        <p:nvSpPr>
          <p:cNvPr id="15" name="Title 4">
            <a:extLst>
              <a:ext uri="{FF2B5EF4-FFF2-40B4-BE49-F238E27FC236}">
                <a16:creationId xmlns:a16="http://schemas.microsoft.com/office/drawing/2014/main" id="{651B7E9D-D552-81A8-07CE-C85143F970BC}"/>
              </a:ext>
            </a:extLst>
          </p:cNvPr>
          <p:cNvSpPr>
            <a:spLocks noGrp="1"/>
          </p:cNvSpPr>
          <p:nvPr>
            <p:ph type="title" hasCustomPrompt="1"/>
          </p:nvPr>
        </p:nvSpPr>
        <p:spPr>
          <a:xfrm>
            <a:off x="417531" y="1634673"/>
            <a:ext cx="4896000"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US" noProof="0"/>
              <a:t>Presentation</a:t>
            </a:r>
            <a:br>
              <a:rPr lang="en-US" noProof="0"/>
            </a:br>
            <a:r>
              <a:rPr lang="en-US" noProof="0"/>
              <a:t>Title (2 lines)</a:t>
            </a:r>
          </a:p>
        </p:txBody>
      </p:sp>
      <p:sp>
        <p:nvSpPr>
          <p:cNvPr id="16" name="Text Placeholder 3">
            <a:extLst>
              <a:ext uri="{FF2B5EF4-FFF2-40B4-BE49-F238E27FC236}">
                <a16:creationId xmlns:a16="http://schemas.microsoft.com/office/drawing/2014/main" id="{2BF972D4-3000-87A0-9E6C-C622A2B7C6C0}"/>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sp>
        <p:nvSpPr>
          <p:cNvPr id="14" name="Slide Number Placeholder 5">
            <a:extLst>
              <a:ext uri="{FF2B5EF4-FFF2-40B4-BE49-F238E27FC236}">
                <a16:creationId xmlns:a16="http://schemas.microsoft.com/office/drawing/2014/main" id="{7A5600B8-EF33-4C46-87E9-1A51B9580A90}"/>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6" name="TextBox 5">
            <a:extLst>
              <a:ext uri="{FF2B5EF4-FFF2-40B4-BE49-F238E27FC236}">
                <a16:creationId xmlns:a16="http://schemas.microsoft.com/office/drawing/2014/main" id="{D8B4807D-C6CB-B42F-7CAC-4B1E0264A613}"/>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pic>
        <p:nvPicPr>
          <p:cNvPr id="2" name="Graphic 1" descr="Nokia logo">
            <a:extLst>
              <a:ext uri="{FF2B5EF4-FFF2-40B4-BE49-F238E27FC236}">
                <a16:creationId xmlns:a16="http://schemas.microsoft.com/office/drawing/2014/main" id="{0867E842-F647-BDFD-ACA4-0E8E59417245}"/>
              </a:ext>
              <a:ext uri="{C183D7F6-B498-43B3-948B-1728B52AA6E4}">
                <adec:decorative xmlns:adec="http://schemas.microsoft.com/office/drawing/2017/decorative" val="0"/>
              </a:ext>
            </a:extLst>
          </p:cNvPr>
          <p:cNvPicPr>
            <a:picLocks noChangeAspect="1"/>
          </p:cNvPicPr>
          <p:nvPr userDrawn="1"/>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02120" y="2417035"/>
            <a:ext cx="1368000" cy="308246"/>
          </a:xfrm>
          <a:prstGeom prst="rect">
            <a:avLst/>
          </a:prstGeom>
        </p:spPr>
      </p:pic>
    </p:spTree>
    <p:extLst>
      <p:ext uri="{BB962C8B-B14F-4D97-AF65-F5344CB8AC3E}">
        <p14:creationId xmlns:p14="http://schemas.microsoft.com/office/powerpoint/2010/main" val="118945429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 K Pi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BC0B63B-5EB2-C517-FFAF-0A5B2B5AB93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0"/>
            <a:ext cx="9144000" cy="5143500"/>
          </a:xfrm>
          <a:prstGeom prst="rect">
            <a:avLst/>
          </a:prstGeom>
        </p:spPr>
      </p:pic>
      <p:pic>
        <p:nvPicPr>
          <p:cNvPr id="2" name="Graphic 1">
            <a:extLst>
              <a:ext uri="{FF2B5EF4-FFF2-40B4-BE49-F238E27FC236}">
                <a16:creationId xmlns:a16="http://schemas.microsoft.com/office/drawing/2014/main" id="{D2D54FC7-5739-CC9E-8372-80A8BD5BD489}"/>
              </a:ext>
              <a:ext uri="{C183D7F6-B498-43B3-948B-1728B52AA6E4}">
                <adec:decorative xmlns:adec="http://schemas.microsoft.com/office/drawing/2017/decorative" val="1"/>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r="18818"/>
          <a:stretch/>
        </p:blipFill>
        <p:spPr>
          <a:xfrm>
            <a:off x="4967656" y="0"/>
            <a:ext cx="4176344" cy="5144400"/>
          </a:xfrm>
          <a:prstGeom prst="rect">
            <a:avLst/>
          </a:prstGeom>
        </p:spPr>
      </p:pic>
      <p:sp>
        <p:nvSpPr>
          <p:cNvPr id="16" name="Title 4">
            <a:extLst>
              <a:ext uri="{FF2B5EF4-FFF2-40B4-BE49-F238E27FC236}">
                <a16:creationId xmlns:a16="http://schemas.microsoft.com/office/drawing/2014/main" id="{024AFDB3-6F7B-B778-402E-9CCB281E4A36}"/>
              </a:ext>
            </a:extLst>
          </p:cNvPr>
          <p:cNvSpPr>
            <a:spLocks noGrp="1"/>
          </p:cNvSpPr>
          <p:nvPr>
            <p:ph type="title" hasCustomPrompt="1"/>
          </p:nvPr>
        </p:nvSpPr>
        <p:spPr>
          <a:xfrm>
            <a:off x="417531" y="1634673"/>
            <a:ext cx="4896000"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US" noProof="0"/>
              <a:t>Presentation</a:t>
            </a:r>
            <a:br>
              <a:rPr lang="en-US" noProof="0"/>
            </a:br>
            <a:r>
              <a:rPr lang="en-US" noProof="0"/>
              <a:t>Title (2 lines)</a:t>
            </a:r>
          </a:p>
        </p:txBody>
      </p:sp>
      <p:sp>
        <p:nvSpPr>
          <p:cNvPr id="17" name="Text Placeholder 3">
            <a:extLst>
              <a:ext uri="{FF2B5EF4-FFF2-40B4-BE49-F238E27FC236}">
                <a16:creationId xmlns:a16="http://schemas.microsoft.com/office/drawing/2014/main" id="{673B31AA-DB5D-E4EE-AD2B-9C376313D508}"/>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sp>
        <p:nvSpPr>
          <p:cNvPr id="15" name="Slide Number Placeholder 5">
            <a:extLst>
              <a:ext uri="{FF2B5EF4-FFF2-40B4-BE49-F238E27FC236}">
                <a16:creationId xmlns:a16="http://schemas.microsoft.com/office/drawing/2014/main" id="{DA5D471E-8C81-0943-5022-F263A707E608}"/>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7" name="TextBox 6">
            <a:extLst>
              <a:ext uri="{FF2B5EF4-FFF2-40B4-BE49-F238E27FC236}">
                <a16:creationId xmlns:a16="http://schemas.microsoft.com/office/drawing/2014/main" id="{DB2D474A-4156-5445-2C99-EE4C77388F5D}"/>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pic>
        <p:nvPicPr>
          <p:cNvPr id="3" name="Graphic 2" descr="Nokia logo">
            <a:extLst>
              <a:ext uri="{FF2B5EF4-FFF2-40B4-BE49-F238E27FC236}">
                <a16:creationId xmlns:a16="http://schemas.microsoft.com/office/drawing/2014/main" id="{6FC2EA8D-9B55-82D4-9907-1F87FBE3A618}"/>
              </a:ext>
              <a:ext uri="{C183D7F6-B498-43B3-948B-1728B52AA6E4}">
                <adec:decorative xmlns:adec="http://schemas.microsoft.com/office/drawing/2017/decorative" val="0"/>
              </a:ext>
            </a:extLst>
          </p:cNvPr>
          <p:cNvPicPr>
            <a:picLocks noChangeAspect="1"/>
          </p:cNvPicPr>
          <p:nvPr userDrawn="1"/>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02120" y="2417035"/>
            <a:ext cx="1368000" cy="308246"/>
          </a:xfrm>
          <a:prstGeom prst="rect">
            <a:avLst/>
          </a:prstGeom>
        </p:spPr>
      </p:pic>
    </p:spTree>
    <p:extLst>
      <p:ext uri="{BB962C8B-B14F-4D97-AF65-F5344CB8AC3E}">
        <p14:creationId xmlns:p14="http://schemas.microsoft.com/office/powerpoint/2010/main" val="329557383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 K Whi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3F4EAC9-01A1-ED6A-B271-D7FC17A6D29B}"/>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r="18798"/>
          <a:stretch/>
        </p:blipFill>
        <p:spPr>
          <a:xfrm>
            <a:off x="4966626" y="0"/>
            <a:ext cx="4177374" cy="5144400"/>
          </a:xfrm>
          <a:prstGeom prst="rect">
            <a:avLst/>
          </a:prstGeom>
        </p:spPr>
      </p:pic>
      <p:sp>
        <p:nvSpPr>
          <p:cNvPr id="15" name="Title 4">
            <a:extLst>
              <a:ext uri="{FF2B5EF4-FFF2-40B4-BE49-F238E27FC236}">
                <a16:creationId xmlns:a16="http://schemas.microsoft.com/office/drawing/2014/main" id="{838942B2-5BE5-A3D6-4570-6AF07089F22D}"/>
              </a:ext>
            </a:extLst>
          </p:cNvPr>
          <p:cNvSpPr>
            <a:spLocks noGrp="1"/>
          </p:cNvSpPr>
          <p:nvPr>
            <p:ph type="title" hasCustomPrompt="1"/>
          </p:nvPr>
        </p:nvSpPr>
        <p:spPr>
          <a:xfrm>
            <a:off x="417531" y="1634673"/>
            <a:ext cx="4896000"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accent1"/>
                </a:solidFill>
                <a:latin typeface="+mj-lt"/>
                <a:ea typeface="+mn-ea"/>
                <a:cs typeface="+mn-cs"/>
              </a:defRPr>
            </a:lvl1pPr>
          </a:lstStyle>
          <a:p>
            <a:r>
              <a:rPr lang="en-US" noProof="0"/>
              <a:t>Presentation</a:t>
            </a:r>
            <a:br>
              <a:rPr lang="en-US" noProof="0"/>
            </a:br>
            <a:r>
              <a:rPr lang="en-US" noProof="0"/>
              <a:t>Title (2 lines)</a:t>
            </a:r>
          </a:p>
        </p:txBody>
      </p:sp>
      <p:sp>
        <p:nvSpPr>
          <p:cNvPr id="16" name="Text Placeholder 3">
            <a:extLst>
              <a:ext uri="{FF2B5EF4-FFF2-40B4-BE49-F238E27FC236}">
                <a16:creationId xmlns:a16="http://schemas.microsoft.com/office/drawing/2014/main" id="{B51E6336-7A1E-2850-2562-4FDD760F459F}"/>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accent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sp>
        <p:nvSpPr>
          <p:cNvPr id="14" name="Slide Number Placeholder 5">
            <a:extLst>
              <a:ext uri="{FF2B5EF4-FFF2-40B4-BE49-F238E27FC236}">
                <a16:creationId xmlns:a16="http://schemas.microsoft.com/office/drawing/2014/main" id="{EB92B7B9-0B45-FE4B-753A-4D8C0E23E619}"/>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6" name="TextBox 5">
            <a:extLst>
              <a:ext uri="{FF2B5EF4-FFF2-40B4-BE49-F238E27FC236}">
                <a16:creationId xmlns:a16="http://schemas.microsoft.com/office/drawing/2014/main" id="{BA4D82E9-DEF8-D842-DDB5-563D618E7945}"/>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pic>
        <p:nvPicPr>
          <p:cNvPr id="2" name="Graphic 1" descr="Nokia logo">
            <a:extLst>
              <a:ext uri="{FF2B5EF4-FFF2-40B4-BE49-F238E27FC236}">
                <a16:creationId xmlns:a16="http://schemas.microsoft.com/office/drawing/2014/main" id="{657F589E-FBBE-97EC-13A5-832B29CCC362}"/>
              </a:ext>
              <a:ext uri="{C183D7F6-B498-43B3-948B-1728B52AA6E4}">
                <adec:decorative xmlns:adec="http://schemas.microsoft.com/office/drawing/2017/decorative" val="0"/>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02120" y="2417035"/>
            <a:ext cx="1368000" cy="308246"/>
          </a:xfrm>
          <a:prstGeom prst="rect">
            <a:avLst/>
          </a:prstGeom>
        </p:spPr>
      </p:pic>
    </p:spTree>
    <p:extLst>
      <p:ext uri="{BB962C8B-B14F-4D97-AF65-F5344CB8AC3E}">
        <p14:creationId xmlns:p14="http://schemas.microsoft.com/office/powerpoint/2010/main" val="40059290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 Green blu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82BC244E-62D2-236F-4DC8-EEBFE9AF287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0"/>
            <a:ext cx="9144000" cy="5143500"/>
          </a:xfrm>
          <a:prstGeom prst="rect">
            <a:avLst/>
          </a:prstGeom>
        </p:spPr>
      </p:pic>
      <p:sp>
        <p:nvSpPr>
          <p:cNvPr id="9" name="Title 1">
            <a:extLst>
              <a:ext uri="{FF2B5EF4-FFF2-40B4-BE49-F238E27FC236}">
                <a16:creationId xmlns:a16="http://schemas.microsoft.com/office/drawing/2014/main" id="{A037E71A-4D16-4C1C-A453-30E9D3B343DF}"/>
              </a:ext>
            </a:extLst>
          </p:cNvPr>
          <p:cNvSpPr>
            <a:spLocks noGrp="1"/>
          </p:cNvSpPr>
          <p:nvPr>
            <p:ph type="title" hasCustomPrompt="1"/>
          </p:nvPr>
        </p:nvSpPr>
        <p:spPr>
          <a:xfrm>
            <a:off x="417600" y="1080000"/>
            <a:ext cx="8308800" cy="1760400"/>
          </a:xfrm>
          <a:prstGeom prst="rect">
            <a:avLst/>
          </a:prstGeom>
        </p:spPr>
        <p:txBody>
          <a:bodyPr lIns="0" tIns="0" rIns="0" bIns="0"/>
          <a:lstStyle>
            <a:lvl1pPr>
              <a:lnSpc>
                <a:spcPct val="100000"/>
              </a:lnSpc>
              <a:defRPr sz="4400">
                <a:solidFill>
                  <a:schemeClr val="bg1"/>
                </a:solidFill>
              </a:defRPr>
            </a:lvl1pPr>
          </a:lstStyle>
          <a:p>
            <a:pPr lvl="0"/>
            <a:r>
              <a:rPr lang="en-US"/>
              <a:t>Divider pages </a:t>
            </a:r>
            <a:br>
              <a:rPr lang="en-US"/>
            </a:br>
            <a:r>
              <a:rPr lang="en-US"/>
              <a:t>or large quotes</a:t>
            </a:r>
          </a:p>
        </p:txBody>
      </p:sp>
      <p:sp>
        <p:nvSpPr>
          <p:cNvPr id="5" name="Slide Number Placeholder 5">
            <a:extLst>
              <a:ext uri="{FF2B5EF4-FFF2-40B4-BE49-F238E27FC236}">
                <a16:creationId xmlns:a16="http://schemas.microsoft.com/office/drawing/2014/main" id="{A844BE02-2625-0E61-D864-E5DDC07EC96E}"/>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4" name="TextBox 3">
            <a:extLst>
              <a:ext uri="{FF2B5EF4-FFF2-40B4-BE49-F238E27FC236}">
                <a16:creationId xmlns:a16="http://schemas.microsoft.com/office/drawing/2014/main" id="{AB7B8C5E-2A02-500E-7B19-869B39D9A896}"/>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cxnSp>
        <p:nvCxnSpPr>
          <p:cNvPr id="3" name="Straight Connector 2">
            <a:extLst>
              <a:ext uri="{FF2B5EF4-FFF2-40B4-BE49-F238E27FC236}">
                <a16:creationId xmlns:a16="http://schemas.microsoft.com/office/drawing/2014/main" id="{6F4482E1-B955-5AAC-32CD-3F73ACC6EDA6}"/>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7" name="Footer Placeholder 2">
            <a:extLst>
              <a:ext uri="{FF2B5EF4-FFF2-40B4-BE49-F238E27FC236}">
                <a16:creationId xmlns:a16="http://schemas.microsoft.com/office/drawing/2014/main" id="{1067757F-8A0C-FCEC-EB62-74E36F8E5EBB}"/>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dirty="0"/>
              <a:t>Apply a document ID (if applicable).</a:t>
            </a:r>
          </a:p>
        </p:txBody>
      </p:sp>
      <p:pic>
        <p:nvPicPr>
          <p:cNvPr id="2" name="Graphic 1" descr="Nokia logo">
            <a:extLst>
              <a:ext uri="{FF2B5EF4-FFF2-40B4-BE49-F238E27FC236}">
                <a16:creationId xmlns:a16="http://schemas.microsoft.com/office/drawing/2014/main" id="{F9E92399-CC16-9177-2657-E4899DE3837D}"/>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283157591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 Blue pink">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EF07AED-C885-0A94-CE92-AD0235762C67}"/>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0"/>
            <a:ext cx="9144000" cy="5143500"/>
          </a:xfrm>
          <a:prstGeom prst="rect">
            <a:avLst/>
          </a:prstGeom>
        </p:spPr>
      </p:pic>
      <p:sp>
        <p:nvSpPr>
          <p:cNvPr id="4" name="Title 1">
            <a:extLst>
              <a:ext uri="{FF2B5EF4-FFF2-40B4-BE49-F238E27FC236}">
                <a16:creationId xmlns:a16="http://schemas.microsoft.com/office/drawing/2014/main" id="{3764D072-CBD7-9879-C7EC-98D8F2A92F99}"/>
              </a:ext>
            </a:extLst>
          </p:cNvPr>
          <p:cNvSpPr>
            <a:spLocks noGrp="1"/>
          </p:cNvSpPr>
          <p:nvPr>
            <p:ph type="title" hasCustomPrompt="1"/>
          </p:nvPr>
        </p:nvSpPr>
        <p:spPr>
          <a:xfrm>
            <a:off x="417600" y="1080000"/>
            <a:ext cx="8308800" cy="1760400"/>
          </a:xfrm>
          <a:prstGeom prst="rect">
            <a:avLst/>
          </a:prstGeom>
        </p:spPr>
        <p:txBody>
          <a:bodyPr lIns="0" tIns="0" rIns="0" bIns="0"/>
          <a:lstStyle>
            <a:lvl1pPr>
              <a:lnSpc>
                <a:spcPct val="100000"/>
              </a:lnSpc>
              <a:defRPr sz="4400">
                <a:solidFill>
                  <a:schemeClr val="bg1"/>
                </a:solidFill>
              </a:defRPr>
            </a:lvl1pPr>
          </a:lstStyle>
          <a:p>
            <a:pPr lvl="0"/>
            <a:r>
              <a:rPr lang="en-US"/>
              <a:t>Divider pages </a:t>
            </a:r>
            <a:br>
              <a:rPr lang="en-US"/>
            </a:br>
            <a:r>
              <a:rPr lang="en-US"/>
              <a:t>or large quotes</a:t>
            </a:r>
          </a:p>
        </p:txBody>
      </p:sp>
      <p:sp>
        <p:nvSpPr>
          <p:cNvPr id="7" name="Slide Number Placeholder 5">
            <a:extLst>
              <a:ext uri="{FF2B5EF4-FFF2-40B4-BE49-F238E27FC236}">
                <a16:creationId xmlns:a16="http://schemas.microsoft.com/office/drawing/2014/main" id="{02A1F2F7-3255-A552-A703-7C9BCD3C4BA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6" name="TextBox 5">
            <a:extLst>
              <a:ext uri="{FF2B5EF4-FFF2-40B4-BE49-F238E27FC236}">
                <a16:creationId xmlns:a16="http://schemas.microsoft.com/office/drawing/2014/main" id="{6857A933-0F5D-EB6F-6781-ACE4F612BDFC}"/>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cxnSp>
        <p:nvCxnSpPr>
          <p:cNvPr id="3" name="Straight Connector 2">
            <a:extLst>
              <a:ext uri="{FF2B5EF4-FFF2-40B4-BE49-F238E27FC236}">
                <a16:creationId xmlns:a16="http://schemas.microsoft.com/office/drawing/2014/main" id="{F25A437C-B612-5DB3-E91B-8A67096D8011}"/>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10" name="Footer Placeholder 2">
            <a:extLst>
              <a:ext uri="{FF2B5EF4-FFF2-40B4-BE49-F238E27FC236}">
                <a16:creationId xmlns:a16="http://schemas.microsoft.com/office/drawing/2014/main" id="{AC4DEFCE-5A10-8D7A-C10A-5C24EDCFF87E}"/>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dirty="0"/>
              <a:t>Apply a document ID (if applicable).</a:t>
            </a:r>
          </a:p>
        </p:txBody>
      </p:sp>
      <p:pic>
        <p:nvPicPr>
          <p:cNvPr id="5" name="Graphic 4" descr="Nokia logo">
            <a:extLst>
              <a:ext uri="{FF2B5EF4-FFF2-40B4-BE49-F238E27FC236}">
                <a16:creationId xmlns:a16="http://schemas.microsoft.com/office/drawing/2014/main" id="{3008810B-99B1-0DE4-23E6-02B4DA29146C}"/>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28257203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 Pin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FD17980-F783-4A27-87DC-42985B6C77B5}"/>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0"/>
            <a:ext cx="9144000" cy="5143500"/>
          </a:xfrm>
          <a:prstGeom prst="rect">
            <a:avLst/>
          </a:prstGeom>
        </p:spPr>
      </p:pic>
      <p:sp>
        <p:nvSpPr>
          <p:cNvPr id="4" name="Title 1">
            <a:extLst>
              <a:ext uri="{FF2B5EF4-FFF2-40B4-BE49-F238E27FC236}">
                <a16:creationId xmlns:a16="http://schemas.microsoft.com/office/drawing/2014/main" id="{704A15B7-63F0-3CCD-2D47-55F12E499A68}"/>
              </a:ext>
            </a:extLst>
          </p:cNvPr>
          <p:cNvSpPr>
            <a:spLocks noGrp="1"/>
          </p:cNvSpPr>
          <p:nvPr>
            <p:ph type="title" hasCustomPrompt="1"/>
          </p:nvPr>
        </p:nvSpPr>
        <p:spPr>
          <a:xfrm>
            <a:off x="417600" y="1080000"/>
            <a:ext cx="8308800" cy="1760400"/>
          </a:xfrm>
          <a:prstGeom prst="rect">
            <a:avLst/>
          </a:prstGeom>
        </p:spPr>
        <p:txBody>
          <a:bodyPr lIns="0" tIns="0" rIns="0" bIns="0"/>
          <a:lstStyle>
            <a:lvl1pPr>
              <a:lnSpc>
                <a:spcPct val="100000"/>
              </a:lnSpc>
              <a:defRPr sz="4400">
                <a:solidFill>
                  <a:schemeClr val="bg1"/>
                </a:solidFill>
              </a:defRPr>
            </a:lvl1pPr>
          </a:lstStyle>
          <a:p>
            <a:pPr lvl="0"/>
            <a:r>
              <a:rPr lang="en-US"/>
              <a:t>Divider pages </a:t>
            </a:r>
            <a:br>
              <a:rPr lang="en-US"/>
            </a:br>
            <a:r>
              <a:rPr lang="en-US"/>
              <a:t>or large quotes</a:t>
            </a:r>
          </a:p>
        </p:txBody>
      </p:sp>
      <p:sp>
        <p:nvSpPr>
          <p:cNvPr id="8" name="Slide Number Placeholder 5">
            <a:extLst>
              <a:ext uri="{FF2B5EF4-FFF2-40B4-BE49-F238E27FC236}">
                <a16:creationId xmlns:a16="http://schemas.microsoft.com/office/drawing/2014/main" id="{17E83870-7680-0EC5-A60C-DDC82D20159B}"/>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7" name="TextBox 6">
            <a:extLst>
              <a:ext uri="{FF2B5EF4-FFF2-40B4-BE49-F238E27FC236}">
                <a16:creationId xmlns:a16="http://schemas.microsoft.com/office/drawing/2014/main" id="{FB666C31-62D7-CEFA-FFA5-6E39B2A9667C}"/>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cxnSp>
        <p:nvCxnSpPr>
          <p:cNvPr id="3" name="Straight Connector 2">
            <a:extLst>
              <a:ext uri="{FF2B5EF4-FFF2-40B4-BE49-F238E27FC236}">
                <a16:creationId xmlns:a16="http://schemas.microsoft.com/office/drawing/2014/main" id="{7669655E-E552-3FD9-7A57-C2346D0417B9}"/>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10" name="Footer Placeholder 2">
            <a:extLst>
              <a:ext uri="{FF2B5EF4-FFF2-40B4-BE49-F238E27FC236}">
                <a16:creationId xmlns:a16="http://schemas.microsoft.com/office/drawing/2014/main" id="{A26AEA66-94E0-CBBE-2810-477A8B621DFE}"/>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dirty="0"/>
              <a:t>Apply a document ID (if applicable).</a:t>
            </a:r>
          </a:p>
        </p:txBody>
      </p:sp>
      <p:pic>
        <p:nvPicPr>
          <p:cNvPr id="2" name="Graphic 1" descr="Nokia logo">
            <a:extLst>
              <a:ext uri="{FF2B5EF4-FFF2-40B4-BE49-F238E27FC236}">
                <a16:creationId xmlns:a16="http://schemas.microsoft.com/office/drawing/2014/main" id="{AB3FE475-1931-B109-EFE4-3720BF54E14B}"/>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237097989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4 Blue purpl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01D2CA4-939C-12C2-DF49-53BE4EA4C10E}"/>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0"/>
            <a:ext cx="9144000" cy="5143500"/>
          </a:xfrm>
          <a:prstGeom prst="rect">
            <a:avLst/>
          </a:prstGeom>
        </p:spPr>
      </p:pic>
      <p:sp>
        <p:nvSpPr>
          <p:cNvPr id="4" name="Title 1">
            <a:extLst>
              <a:ext uri="{FF2B5EF4-FFF2-40B4-BE49-F238E27FC236}">
                <a16:creationId xmlns:a16="http://schemas.microsoft.com/office/drawing/2014/main" id="{D50827C9-11A5-EF89-4AB8-AB3618FD7A80}"/>
              </a:ext>
            </a:extLst>
          </p:cNvPr>
          <p:cNvSpPr>
            <a:spLocks noGrp="1"/>
          </p:cNvSpPr>
          <p:nvPr>
            <p:ph type="title" hasCustomPrompt="1"/>
          </p:nvPr>
        </p:nvSpPr>
        <p:spPr>
          <a:xfrm>
            <a:off x="417600" y="1080000"/>
            <a:ext cx="8308800" cy="1760400"/>
          </a:xfrm>
          <a:prstGeom prst="rect">
            <a:avLst/>
          </a:prstGeom>
        </p:spPr>
        <p:txBody>
          <a:bodyPr lIns="0" tIns="0" rIns="0" bIns="0"/>
          <a:lstStyle>
            <a:lvl1pPr>
              <a:lnSpc>
                <a:spcPct val="100000"/>
              </a:lnSpc>
              <a:defRPr sz="4400">
                <a:solidFill>
                  <a:schemeClr val="bg1"/>
                </a:solidFill>
              </a:defRPr>
            </a:lvl1pPr>
          </a:lstStyle>
          <a:p>
            <a:pPr lvl="0"/>
            <a:r>
              <a:rPr lang="en-US"/>
              <a:t>Divider pages </a:t>
            </a:r>
            <a:br>
              <a:rPr lang="en-US"/>
            </a:br>
            <a:r>
              <a:rPr lang="en-US"/>
              <a:t>or large quotes</a:t>
            </a:r>
          </a:p>
        </p:txBody>
      </p:sp>
      <p:sp>
        <p:nvSpPr>
          <p:cNvPr id="8" name="Slide Number Placeholder 5">
            <a:extLst>
              <a:ext uri="{FF2B5EF4-FFF2-40B4-BE49-F238E27FC236}">
                <a16:creationId xmlns:a16="http://schemas.microsoft.com/office/drawing/2014/main" id="{1F513913-81F1-BE35-BEE1-E4F3B331C19E}"/>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7" name="TextBox 6">
            <a:extLst>
              <a:ext uri="{FF2B5EF4-FFF2-40B4-BE49-F238E27FC236}">
                <a16:creationId xmlns:a16="http://schemas.microsoft.com/office/drawing/2014/main" id="{5990E264-5D0F-60E1-079B-4D9441DFD2FA}"/>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cxnSp>
        <p:nvCxnSpPr>
          <p:cNvPr id="3" name="Straight Connector 2">
            <a:extLst>
              <a:ext uri="{FF2B5EF4-FFF2-40B4-BE49-F238E27FC236}">
                <a16:creationId xmlns:a16="http://schemas.microsoft.com/office/drawing/2014/main" id="{FF0253DF-B46F-5A80-914E-0930C7B29498}"/>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10" name="Footer Placeholder 2">
            <a:extLst>
              <a:ext uri="{FF2B5EF4-FFF2-40B4-BE49-F238E27FC236}">
                <a16:creationId xmlns:a16="http://schemas.microsoft.com/office/drawing/2014/main" id="{FC57D9E6-836B-E344-7053-C5B54572FBFC}"/>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dirty="0"/>
              <a:t>Apply a document ID (if applicable).</a:t>
            </a:r>
          </a:p>
        </p:txBody>
      </p:sp>
      <p:pic>
        <p:nvPicPr>
          <p:cNvPr id="2" name="Graphic 1" descr="Nokia logo">
            <a:extLst>
              <a:ext uri="{FF2B5EF4-FFF2-40B4-BE49-F238E27FC236}">
                <a16:creationId xmlns:a16="http://schemas.microsoft.com/office/drawing/2014/main" id="{83B5421E-4ADD-A198-F29A-1E6995BF5763}"/>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328056082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 Orange re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34BF0FE-66B0-30DC-7C7E-0C60AC62082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0"/>
            <a:ext cx="9144000" cy="5143500"/>
          </a:xfrm>
          <a:prstGeom prst="rect">
            <a:avLst/>
          </a:prstGeom>
        </p:spPr>
      </p:pic>
      <p:sp>
        <p:nvSpPr>
          <p:cNvPr id="4" name="Title 1">
            <a:extLst>
              <a:ext uri="{FF2B5EF4-FFF2-40B4-BE49-F238E27FC236}">
                <a16:creationId xmlns:a16="http://schemas.microsoft.com/office/drawing/2014/main" id="{C2D7F188-67FC-ABEB-05B5-3DA22010A13C}"/>
              </a:ext>
            </a:extLst>
          </p:cNvPr>
          <p:cNvSpPr>
            <a:spLocks noGrp="1"/>
          </p:cNvSpPr>
          <p:nvPr>
            <p:ph type="title" hasCustomPrompt="1"/>
          </p:nvPr>
        </p:nvSpPr>
        <p:spPr>
          <a:xfrm>
            <a:off x="417600" y="1080000"/>
            <a:ext cx="8308800" cy="1760400"/>
          </a:xfrm>
          <a:prstGeom prst="rect">
            <a:avLst/>
          </a:prstGeom>
        </p:spPr>
        <p:txBody>
          <a:bodyPr lIns="0" tIns="0" rIns="0" bIns="0"/>
          <a:lstStyle>
            <a:lvl1pPr>
              <a:lnSpc>
                <a:spcPct val="100000"/>
              </a:lnSpc>
              <a:defRPr sz="4400">
                <a:solidFill>
                  <a:schemeClr val="bg1"/>
                </a:solidFill>
              </a:defRPr>
            </a:lvl1pPr>
          </a:lstStyle>
          <a:p>
            <a:pPr lvl="0"/>
            <a:r>
              <a:rPr lang="en-US"/>
              <a:t>Divider pages </a:t>
            </a:r>
            <a:br>
              <a:rPr lang="en-US"/>
            </a:br>
            <a:r>
              <a:rPr lang="en-US"/>
              <a:t>or large quotes</a:t>
            </a:r>
          </a:p>
        </p:txBody>
      </p:sp>
      <p:sp>
        <p:nvSpPr>
          <p:cNvPr id="8" name="Slide Number Placeholder 5">
            <a:extLst>
              <a:ext uri="{FF2B5EF4-FFF2-40B4-BE49-F238E27FC236}">
                <a16:creationId xmlns:a16="http://schemas.microsoft.com/office/drawing/2014/main" id="{2FA5559B-7244-EAEC-5F81-57659F88355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7" name="TextBox 6">
            <a:extLst>
              <a:ext uri="{FF2B5EF4-FFF2-40B4-BE49-F238E27FC236}">
                <a16:creationId xmlns:a16="http://schemas.microsoft.com/office/drawing/2014/main" id="{CBC8F3BE-DF4E-616F-9E87-42409E45FB76}"/>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cxnSp>
        <p:nvCxnSpPr>
          <p:cNvPr id="3" name="Straight Connector 2">
            <a:extLst>
              <a:ext uri="{FF2B5EF4-FFF2-40B4-BE49-F238E27FC236}">
                <a16:creationId xmlns:a16="http://schemas.microsoft.com/office/drawing/2014/main" id="{C661D9D1-ED6E-8ED2-ED89-E9A94AC11037}"/>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10" name="Footer Placeholder 2">
            <a:extLst>
              <a:ext uri="{FF2B5EF4-FFF2-40B4-BE49-F238E27FC236}">
                <a16:creationId xmlns:a16="http://schemas.microsoft.com/office/drawing/2014/main" id="{7ACCA25F-B787-0F46-0666-1B57C451AADC}"/>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dirty="0"/>
              <a:t>Apply a document ID (if applicable).</a:t>
            </a:r>
          </a:p>
        </p:txBody>
      </p:sp>
      <p:pic>
        <p:nvPicPr>
          <p:cNvPr id="2" name="Graphic 1" descr="Nokia logo">
            <a:extLst>
              <a:ext uri="{FF2B5EF4-FFF2-40B4-BE49-F238E27FC236}">
                <a16:creationId xmlns:a16="http://schemas.microsoft.com/office/drawing/2014/main" id="{F11B8FE6-8F1C-8435-F33C-EE04C6A6A164}"/>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404291692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 Blue green">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F98BFE0-FEAC-1333-6BF5-7907903B2D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0"/>
            <a:ext cx="9144000" cy="5143500"/>
          </a:xfrm>
          <a:prstGeom prst="rect">
            <a:avLst/>
          </a:prstGeom>
        </p:spPr>
      </p:pic>
      <p:sp>
        <p:nvSpPr>
          <p:cNvPr id="4" name="Title 1">
            <a:extLst>
              <a:ext uri="{FF2B5EF4-FFF2-40B4-BE49-F238E27FC236}">
                <a16:creationId xmlns:a16="http://schemas.microsoft.com/office/drawing/2014/main" id="{0286B9DA-CAB9-E469-12B0-C0346B9DC4E3}"/>
              </a:ext>
            </a:extLst>
          </p:cNvPr>
          <p:cNvSpPr>
            <a:spLocks noGrp="1"/>
          </p:cNvSpPr>
          <p:nvPr>
            <p:ph type="title" hasCustomPrompt="1"/>
          </p:nvPr>
        </p:nvSpPr>
        <p:spPr>
          <a:xfrm>
            <a:off x="417600" y="1080000"/>
            <a:ext cx="8308800" cy="1760400"/>
          </a:xfrm>
          <a:prstGeom prst="rect">
            <a:avLst/>
          </a:prstGeom>
        </p:spPr>
        <p:txBody>
          <a:bodyPr lIns="0" tIns="0" rIns="0" bIns="0"/>
          <a:lstStyle>
            <a:lvl1pPr>
              <a:lnSpc>
                <a:spcPct val="100000"/>
              </a:lnSpc>
              <a:defRPr sz="4400">
                <a:solidFill>
                  <a:schemeClr val="bg1"/>
                </a:solidFill>
              </a:defRPr>
            </a:lvl1pPr>
          </a:lstStyle>
          <a:p>
            <a:pPr lvl="0"/>
            <a:r>
              <a:rPr lang="en-US"/>
              <a:t>Divider pages </a:t>
            </a:r>
            <a:br>
              <a:rPr lang="en-US"/>
            </a:br>
            <a:r>
              <a:rPr lang="en-US"/>
              <a:t>or large quotes</a:t>
            </a:r>
          </a:p>
        </p:txBody>
      </p:sp>
      <p:sp>
        <p:nvSpPr>
          <p:cNvPr id="8" name="Slide Number Placeholder 5">
            <a:extLst>
              <a:ext uri="{FF2B5EF4-FFF2-40B4-BE49-F238E27FC236}">
                <a16:creationId xmlns:a16="http://schemas.microsoft.com/office/drawing/2014/main" id="{7AC91DB6-E398-955E-AA6E-6AE046DE8258}"/>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7" name="TextBox 6">
            <a:extLst>
              <a:ext uri="{FF2B5EF4-FFF2-40B4-BE49-F238E27FC236}">
                <a16:creationId xmlns:a16="http://schemas.microsoft.com/office/drawing/2014/main" id="{EA08C83F-D17C-0CF7-307E-6CDC00953C24}"/>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cxnSp>
        <p:nvCxnSpPr>
          <p:cNvPr id="3" name="Straight Connector 2">
            <a:extLst>
              <a:ext uri="{FF2B5EF4-FFF2-40B4-BE49-F238E27FC236}">
                <a16:creationId xmlns:a16="http://schemas.microsoft.com/office/drawing/2014/main" id="{5A2EF8D6-D7CD-1DE1-547B-A7FE3CF1F23B}"/>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10" name="Footer Placeholder 2">
            <a:extLst>
              <a:ext uri="{FF2B5EF4-FFF2-40B4-BE49-F238E27FC236}">
                <a16:creationId xmlns:a16="http://schemas.microsoft.com/office/drawing/2014/main" id="{CA8D2C2D-8FBB-781E-417F-B5D858DD4BBE}"/>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dirty="0"/>
              <a:t>Apply a document ID (if applicable).</a:t>
            </a:r>
          </a:p>
        </p:txBody>
      </p:sp>
      <p:pic>
        <p:nvPicPr>
          <p:cNvPr id="2" name="Graphic 1" descr="Nokia logo">
            <a:extLst>
              <a:ext uri="{FF2B5EF4-FFF2-40B4-BE49-F238E27FC236}">
                <a16:creationId xmlns:a16="http://schemas.microsoft.com/office/drawing/2014/main" id="{EF5C81FB-4A41-2E38-2638-F82CC70C7B5B}"/>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135102166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 Blu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ACC9534-D4F4-B471-C3A8-8380F72B3499}"/>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0"/>
            <a:ext cx="9144000" cy="5143500"/>
          </a:xfrm>
          <a:prstGeom prst="rect">
            <a:avLst/>
          </a:prstGeom>
        </p:spPr>
      </p:pic>
      <p:sp>
        <p:nvSpPr>
          <p:cNvPr id="7" name="Title 1">
            <a:extLst>
              <a:ext uri="{FF2B5EF4-FFF2-40B4-BE49-F238E27FC236}">
                <a16:creationId xmlns:a16="http://schemas.microsoft.com/office/drawing/2014/main" id="{20E8375E-A8AD-BD21-762F-D12529F860EC}"/>
              </a:ext>
            </a:extLst>
          </p:cNvPr>
          <p:cNvSpPr>
            <a:spLocks noGrp="1"/>
          </p:cNvSpPr>
          <p:nvPr>
            <p:ph type="title" hasCustomPrompt="1"/>
          </p:nvPr>
        </p:nvSpPr>
        <p:spPr>
          <a:xfrm>
            <a:off x="417600" y="1080000"/>
            <a:ext cx="8308800" cy="1760400"/>
          </a:xfrm>
          <a:prstGeom prst="rect">
            <a:avLst/>
          </a:prstGeom>
        </p:spPr>
        <p:txBody>
          <a:bodyPr lIns="0" tIns="0" rIns="0" bIns="0"/>
          <a:lstStyle>
            <a:lvl1pPr>
              <a:lnSpc>
                <a:spcPct val="100000"/>
              </a:lnSpc>
              <a:defRPr sz="4400">
                <a:solidFill>
                  <a:schemeClr val="bg1"/>
                </a:solidFill>
              </a:defRPr>
            </a:lvl1pPr>
          </a:lstStyle>
          <a:p>
            <a:pPr lvl="0"/>
            <a:r>
              <a:rPr lang="en-US"/>
              <a:t>Divider pages </a:t>
            </a:r>
            <a:br>
              <a:rPr lang="en-US"/>
            </a:br>
            <a:r>
              <a:rPr lang="en-US"/>
              <a:t>or large quotes</a:t>
            </a:r>
          </a:p>
        </p:txBody>
      </p:sp>
      <p:sp>
        <p:nvSpPr>
          <p:cNvPr id="6" name="Slide Number Placeholder 5">
            <a:extLst>
              <a:ext uri="{FF2B5EF4-FFF2-40B4-BE49-F238E27FC236}">
                <a16:creationId xmlns:a16="http://schemas.microsoft.com/office/drawing/2014/main" id="{8957137A-1370-497D-30A9-2885B2A47ACE}"/>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4" name="TextBox 3">
            <a:extLst>
              <a:ext uri="{FF2B5EF4-FFF2-40B4-BE49-F238E27FC236}">
                <a16:creationId xmlns:a16="http://schemas.microsoft.com/office/drawing/2014/main" id="{30294544-7EC4-ED46-6173-E3A78AF11755}"/>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cxnSp>
        <p:nvCxnSpPr>
          <p:cNvPr id="3" name="Straight Connector 2">
            <a:extLst>
              <a:ext uri="{FF2B5EF4-FFF2-40B4-BE49-F238E27FC236}">
                <a16:creationId xmlns:a16="http://schemas.microsoft.com/office/drawing/2014/main" id="{37B62533-4CCB-A9F5-1EE5-199D23C15448}"/>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10" name="Footer Placeholder 2">
            <a:extLst>
              <a:ext uri="{FF2B5EF4-FFF2-40B4-BE49-F238E27FC236}">
                <a16:creationId xmlns:a16="http://schemas.microsoft.com/office/drawing/2014/main" id="{CD15844B-56C3-0508-2515-0AFFA9A8C1CC}"/>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dirty="0"/>
              <a:t>Apply a document ID (if applicable).</a:t>
            </a:r>
          </a:p>
        </p:txBody>
      </p:sp>
      <p:pic>
        <p:nvPicPr>
          <p:cNvPr id="2" name="Graphic 1" descr="Nokia logo">
            <a:extLst>
              <a:ext uri="{FF2B5EF4-FFF2-40B4-BE49-F238E27FC236}">
                <a16:creationId xmlns:a16="http://schemas.microsoft.com/office/drawing/2014/main" id="{3761BFBE-2F2E-2C4F-848A-E85051698111}"/>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341386889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 Header Pink">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0999E7-EF2D-B989-BACB-96E1C8BB8824}"/>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0"/>
            <a:ext cx="9144000" cy="5143500"/>
          </a:xfrm>
          <a:prstGeom prst="rect">
            <a:avLst/>
          </a:prstGeom>
        </p:spPr>
      </p:pic>
      <p:sp>
        <p:nvSpPr>
          <p:cNvPr id="14" name="Title 4">
            <a:extLst>
              <a:ext uri="{FF2B5EF4-FFF2-40B4-BE49-F238E27FC236}">
                <a16:creationId xmlns:a16="http://schemas.microsoft.com/office/drawing/2014/main" id="{03C32FD9-B575-B088-F4D3-42B48E0622B6}"/>
              </a:ext>
            </a:extLst>
          </p:cNvPr>
          <p:cNvSpPr>
            <a:spLocks noGrp="1"/>
          </p:cNvSpPr>
          <p:nvPr>
            <p:ph type="title" hasCustomPrompt="1"/>
          </p:nvPr>
        </p:nvSpPr>
        <p:spPr>
          <a:xfrm>
            <a:off x="417531" y="396000"/>
            <a:ext cx="83088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bg1"/>
                </a:solidFill>
                <a:latin typeface="+mj-lt"/>
                <a:ea typeface="+mn-ea"/>
                <a:cs typeface="+mn-cs"/>
              </a:defRPr>
            </a:lvl1pPr>
          </a:lstStyle>
          <a:p>
            <a:r>
              <a:rPr lang="en-US"/>
              <a:t>Click to edit headline</a:t>
            </a:r>
          </a:p>
        </p:txBody>
      </p:sp>
      <p:sp>
        <p:nvSpPr>
          <p:cNvPr id="15" name="Text Placeholder 5">
            <a:extLst>
              <a:ext uri="{FF2B5EF4-FFF2-40B4-BE49-F238E27FC236}">
                <a16:creationId xmlns:a16="http://schemas.microsoft.com/office/drawing/2014/main" id="{D59C41C8-93A0-7C96-5DD0-AC829DDB6367}"/>
              </a:ext>
            </a:extLst>
          </p:cNvPr>
          <p:cNvSpPr>
            <a:spLocks noGrp="1"/>
          </p:cNvSpPr>
          <p:nvPr>
            <p:ph type="body" sz="quarter" idx="10" hasCustomPrompt="1"/>
          </p:nvPr>
        </p:nvSpPr>
        <p:spPr>
          <a:xfrm>
            <a:off x="417599" y="763200"/>
            <a:ext cx="8308800" cy="342000"/>
          </a:xfrm>
          <a:prstGeom prst="rect">
            <a:avLst/>
          </a:prstGeom>
        </p:spPr>
        <p:txBody>
          <a:bodyPr lIns="0" tIns="0" rIns="0" bIns="0"/>
          <a:lstStyle>
            <a:lvl1pPr marL="0" indent="0">
              <a:lnSpc>
                <a:spcPct val="100000"/>
              </a:lnSpc>
              <a:spcBef>
                <a:spcPts val="0"/>
              </a:spcBef>
              <a:buNone/>
              <a:defRPr sz="1800">
                <a:solidFill>
                  <a:schemeClr val="bg1"/>
                </a:solidFill>
                <a:latin typeface="+mj-lt"/>
              </a:defRPr>
            </a:lvl1pPr>
          </a:lstStyle>
          <a:p>
            <a:pPr lvl="0"/>
            <a:r>
              <a:rPr lang="en-US"/>
              <a:t>Click to edit Sub headline</a:t>
            </a:r>
          </a:p>
        </p:txBody>
      </p:sp>
      <p:sp>
        <p:nvSpPr>
          <p:cNvPr id="4" name="Slide Number Placeholder 5">
            <a:extLst>
              <a:ext uri="{FF2B5EF4-FFF2-40B4-BE49-F238E27FC236}">
                <a16:creationId xmlns:a16="http://schemas.microsoft.com/office/drawing/2014/main" id="{1D98B62A-7E27-3CC8-206A-E110F9366C6C}"/>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3" name="TextBox 2">
            <a:extLst>
              <a:ext uri="{FF2B5EF4-FFF2-40B4-BE49-F238E27FC236}">
                <a16:creationId xmlns:a16="http://schemas.microsoft.com/office/drawing/2014/main" id="{F67C385F-9E05-8EDE-1535-3F794D81FC56}"/>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2025 Nokia</a:t>
            </a:r>
          </a:p>
        </p:txBody>
      </p:sp>
      <p:cxnSp>
        <p:nvCxnSpPr>
          <p:cNvPr id="6" name="Straight Connector 5">
            <a:extLst>
              <a:ext uri="{FF2B5EF4-FFF2-40B4-BE49-F238E27FC236}">
                <a16:creationId xmlns:a16="http://schemas.microsoft.com/office/drawing/2014/main" id="{E9B7065F-D77A-0916-E0D0-0FC3E19379BF}"/>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11" name="Footer Placeholder 2">
            <a:extLst>
              <a:ext uri="{FF2B5EF4-FFF2-40B4-BE49-F238E27FC236}">
                <a16:creationId xmlns:a16="http://schemas.microsoft.com/office/drawing/2014/main" id="{50A1F98B-78E0-1ED0-E1B9-E6B7B776EF15}"/>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dirty="0"/>
              <a:t>Apply a document ID (if applicable).</a:t>
            </a:r>
          </a:p>
        </p:txBody>
      </p:sp>
      <p:pic>
        <p:nvPicPr>
          <p:cNvPr id="2" name="Graphic 1" descr="Nokia logo">
            <a:extLst>
              <a:ext uri="{FF2B5EF4-FFF2-40B4-BE49-F238E27FC236}">
                <a16:creationId xmlns:a16="http://schemas.microsoft.com/office/drawing/2014/main" id="{F11B8FE6-8F1C-8435-F33C-EE04C6A6A164}"/>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79759844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771ABB-1BF6-207C-8324-84800D2C5C5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0"/>
            <a:ext cx="9144000" cy="5143500"/>
          </a:xfrm>
          <a:prstGeom prst="rect">
            <a:avLst/>
          </a:prstGeom>
        </p:spPr>
      </p:pic>
      <p:pic>
        <p:nvPicPr>
          <p:cNvPr id="4" name="Graphic 3" descr="Nokia logo">
            <a:extLst>
              <a:ext uri="{FF2B5EF4-FFF2-40B4-BE49-F238E27FC236}">
                <a16:creationId xmlns:a16="http://schemas.microsoft.com/office/drawing/2014/main" id="{8964B123-D19A-2338-1D64-863839FD10F1}"/>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34770" y="1954989"/>
            <a:ext cx="5474460" cy="1233522"/>
          </a:xfrm>
          <a:prstGeom prst="rect">
            <a:avLst/>
          </a:prstGeom>
        </p:spPr>
      </p:pic>
    </p:spTree>
    <p:extLst>
      <p:ext uri="{BB962C8B-B14F-4D97-AF65-F5344CB8AC3E}">
        <p14:creationId xmlns:p14="http://schemas.microsoft.com/office/powerpoint/2010/main" val="316080317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F31E7EB-07E5-D828-EFB0-548DDE8131D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0"/>
            <a:ext cx="9144000" cy="5143500"/>
          </a:xfrm>
          <a:prstGeom prst="rect">
            <a:avLst/>
          </a:prstGeom>
        </p:spPr>
      </p:pic>
      <p:pic>
        <p:nvPicPr>
          <p:cNvPr id="5" name="Graphic 4" descr="Nokia logo">
            <a:extLst>
              <a:ext uri="{FF2B5EF4-FFF2-40B4-BE49-F238E27FC236}">
                <a16:creationId xmlns:a16="http://schemas.microsoft.com/office/drawing/2014/main" id="{9E924A02-1A30-416D-9348-04034A1D8320}"/>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34770" y="1954989"/>
            <a:ext cx="5474460" cy="1233522"/>
          </a:xfrm>
          <a:prstGeom prst="rect">
            <a:avLst/>
          </a:prstGeom>
        </p:spPr>
      </p:pic>
    </p:spTree>
    <p:extLst>
      <p:ext uri="{BB962C8B-B14F-4D97-AF65-F5344CB8AC3E}">
        <p14:creationId xmlns:p14="http://schemas.microsoft.com/office/powerpoint/2010/main" val="111699991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13571B-0777-1D96-096C-6E1D26B82193}"/>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0"/>
            <a:ext cx="9144000" cy="5143500"/>
          </a:xfrm>
          <a:prstGeom prst="rect">
            <a:avLst/>
          </a:prstGeom>
        </p:spPr>
      </p:pic>
      <p:pic>
        <p:nvPicPr>
          <p:cNvPr id="4" name="Graphic 3" descr="Nokia logo">
            <a:extLst>
              <a:ext uri="{FF2B5EF4-FFF2-40B4-BE49-F238E27FC236}">
                <a16:creationId xmlns:a16="http://schemas.microsoft.com/office/drawing/2014/main" id="{4BBA0006-655D-C416-FAE7-8603AC98D02D}"/>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34770" y="1954989"/>
            <a:ext cx="5474460" cy="1233522"/>
          </a:xfrm>
          <a:prstGeom prst="rect">
            <a:avLst/>
          </a:prstGeom>
        </p:spPr>
      </p:pic>
    </p:spTree>
    <p:extLst>
      <p:ext uri="{BB962C8B-B14F-4D97-AF65-F5344CB8AC3E}">
        <p14:creationId xmlns:p14="http://schemas.microsoft.com/office/powerpoint/2010/main" val="77342878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38486FD-7EC4-CDCF-2EB1-8273369AD8B6}"/>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0"/>
            <a:ext cx="9144000" cy="5143500"/>
          </a:xfrm>
          <a:prstGeom prst="rect">
            <a:avLst/>
          </a:prstGeom>
        </p:spPr>
      </p:pic>
      <p:pic>
        <p:nvPicPr>
          <p:cNvPr id="5" name="Graphic 4" descr="Nokia logo">
            <a:extLst>
              <a:ext uri="{FF2B5EF4-FFF2-40B4-BE49-F238E27FC236}">
                <a16:creationId xmlns:a16="http://schemas.microsoft.com/office/drawing/2014/main" id="{CE81493E-0EA3-98E8-E5BC-F5319B7BDEA8}"/>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34770" y="1954989"/>
            <a:ext cx="5474460" cy="1233522"/>
          </a:xfrm>
          <a:prstGeom prst="rect">
            <a:avLst/>
          </a:prstGeom>
        </p:spPr>
      </p:pic>
    </p:spTree>
    <p:extLst>
      <p:ext uri="{BB962C8B-B14F-4D97-AF65-F5344CB8AC3E}">
        <p14:creationId xmlns:p14="http://schemas.microsoft.com/office/powerpoint/2010/main" val="253291191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007D03-89F3-2416-C72F-E4021AB5CD0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0"/>
            <a:ext cx="9144000" cy="5143500"/>
          </a:xfrm>
          <a:prstGeom prst="rect">
            <a:avLst/>
          </a:prstGeom>
        </p:spPr>
      </p:pic>
      <p:pic>
        <p:nvPicPr>
          <p:cNvPr id="4" name="Graphic 3" descr="Nokia logo">
            <a:extLst>
              <a:ext uri="{FF2B5EF4-FFF2-40B4-BE49-F238E27FC236}">
                <a16:creationId xmlns:a16="http://schemas.microsoft.com/office/drawing/2014/main" id="{A75D244D-7CB9-E6AD-BCC3-EE10290A09AE}"/>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34770" y="1954989"/>
            <a:ext cx="5474460" cy="1233522"/>
          </a:xfrm>
          <a:prstGeom prst="rect">
            <a:avLst/>
          </a:prstGeom>
        </p:spPr>
      </p:pic>
    </p:spTree>
    <p:extLst>
      <p:ext uri="{BB962C8B-B14F-4D97-AF65-F5344CB8AC3E}">
        <p14:creationId xmlns:p14="http://schemas.microsoft.com/office/powerpoint/2010/main" val="137686067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E0E0CA1-CC11-8BB0-3FAD-9853BD3E2A2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0"/>
            <a:ext cx="9144000" cy="5143500"/>
          </a:xfrm>
          <a:prstGeom prst="rect">
            <a:avLst/>
          </a:prstGeom>
        </p:spPr>
      </p:pic>
      <p:pic>
        <p:nvPicPr>
          <p:cNvPr id="5" name="Graphic 4" descr="Nokia logo">
            <a:extLst>
              <a:ext uri="{FF2B5EF4-FFF2-40B4-BE49-F238E27FC236}">
                <a16:creationId xmlns:a16="http://schemas.microsoft.com/office/drawing/2014/main" id="{185A3FC1-FA47-5A34-027D-BD062044AD8D}"/>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34770" y="1954989"/>
            <a:ext cx="5474460" cy="1233522"/>
          </a:xfrm>
          <a:prstGeom prst="rect">
            <a:avLst/>
          </a:prstGeom>
        </p:spPr>
      </p:pic>
    </p:spTree>
    <p:extLst>
      <p:ext uri="{BB962C8B-B14F-4D97-AF65-F5344CB8AC3E}">
        <p14:creationId xmlns:p14="http://schemas.microsoft.com/office/powerpoint/2010/main" val="389591260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6F81FDD-EA21-7356-ADEC-7FE4C88FFD31}"/>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7058" y="0"/>
            <a:ext cx="9144000" cy="5143500"/>
          </a:xfrm>
          <a:prstGeom prst="rect">
            <a:avLst/>
          </a:prstGeom>
        </p:spPr>
      </p:pic>
      <p:pic>
        <p:nvPicPr>
          <p:cNvPr id="4" name="Graphic 3" descr="Nokia logo">
            <a:extLst>
              <a:ext uri="{FF2B5EF4-FFF2-40B4-BE49-F238E27FC236}">
                <a16:creationId xmlns:a16="http://schemas.microsoft.com/office/drawing/2014/main" id="{ED5BACB3-1ACD-FD57-E2A1-36BE68E459BA}"/>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34770" y="1954989"/>
            <a:ext cx="5474460" cy="1233522"/>
          </a:xfrm>
          <a:prstGeom prst="rect">
            <a:avLst/>
          </a:prstGeom>
        </p:spPr>
      </p:pic>
    </p:spTree>
    <p:extLst>
      <p:ext uri="{BB962C8B-B14F-4D97-AF65-F5344CB8AC3E}">
        <p14:creationId xmlns:p14="http://schemas.microsoft.com/office/powerpoint/2010/main" val="216002335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pic>
        <p:nvPicPr>
          <p:cNvPr id="4" name="Graphic 3" descr="Nokia logo">
            <a:extLst>
              <a:ext uri="{FF2B5EF4-FFF2-40B4-BE49-F238E27FC236}">
                <a16:creationId xmlns:a16="http://schemas.microsoft.com/office/drawing/2014/main" id="{ED5BACB3-1ACD-FD57-E2A1-36BE68E459BA}"/>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34770" y="1954989"/>
            <a:ext cx="5474460" cy="1233522"/>
          </a:xfrm>
          <a:prstGeom prst="rect">
            <a:avLst/>
          </a:prstGeom>
        </p:spPr>
      </p:pic>
    </p:spTree>
    <p:extLst>
      <p:ext uri="{BB962C8B-B14F-4D97-AF65-F5344CB8AC3E}">
        <p14:creationId xmlns:p14="http://schemas.microsoft.com/office/powerpoint/2010/main" val="239618502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a:extLst>
              <a:ext uri="{FF2B5EF4-FFF2-40B4-BE49-F238E27FC236}">
                <a16:creationId xmlns:a16="http://schemas.microsoft.com/office/drawing/2014/main" id="{C1C22938-F39F-42C4-92AB-1BD00A56DB44}"/>
              </a:ext>
            </a:extLst>
          </p:cNvPr>
          <p:cNvSpPr/>
          <p:nvPr userDrawn="1"/>
        </p:nvSpPr>
        <p:spPr>
          <a:xfrm>
            <a:off x="332908" y="596645"/>
            <a:ext cx="8469630" cy="20574"/>
          </a:xfrm>
          <a:prstGeom prst="rect">
            <a:avLst/>
          </a:prstGeom>
          <a:gradFill>
            <a:gsLst>
              <a:gs pos="65500">
                <a:schemeClr val="accent3"/>
              </a:gs>
              <a:gs pos="100000">
                <a:srgbClr val="FB9414">
                  <a:alpha val="0"/>
                </a:srgbClr>
              </a:gs>
              <a:gs pos="0">
                <a:srgbClr val="FF3501"/>
              </a:gs>
            </a:gsLst>
            <a:lin ang="2400000" scaled="0"/>
          </a:gra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err="1">
              <a:ln>
                <a:noFill/>
              </a:ln>
              <a:solidFill>
                <a:srgbClr val="000000">
                  <a:lumMod val="85000"/>
                  <a:lumOff val="15000"/>
                </a:srgbClr>
              </a:solidFill>
              <a:effectLst/>
              <a:uLnTx/>
              <a:uFillTx/>
              <a:latin typeface="Arial"/>
              <a:ea typeface="+mn-ea"/>
              <a:cs typeface="+mn-cs"/>
            </a:endParaRPr>
          </a:p>
        </p:txBody>
      </p:sp>
    </p:spTree>
    <p:extLst>
      <p:ext uri="{BB962C8B-B14F-4D97-AF65-F5344CB8AC3E}">
        <p14:creationId xmlns:p14="http://schemas.microsoft.com/office/powerpoint/2010/main" val="88634820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1891639"/>
      </p:ext>
    </p:extLst>
  </p:cSld>
  <p:clrMap bg1="lt1" tx1="dk1" bg2="lt2" tx2="dk2" accent1="accent1" accent2="accent2" accent3="accent3" accent4="accent4" accent5="accent5" accent6="accent6" hlink="hlink" folHlink="folHlink"/>
  <p:sldLayoutIdLst>
    <p:sldLayoutId id="2147483816" r:id="rId1"/>
    <p:sldLayoutId id="2147483726" r:id="rId2"/>
    <p:sldLayoutId id="2147483776" r:id="rId3"/>
    <p:sldLayoutId id="2147483778" r:id="rId4"/>
    <p:sldLayoutId id="2147483779" r:id="rId5"/>
    <p:sldLayoutId id="2147483780" r:id="rId6"/>
    <p:sldLayoutId id="2147483781" r:id="rId7"/>
    <p:sldLayoutId id="2147483777" r:id="rId8"/>
    <p:sldLayoutId id="2147483796" r:id="rId9"/>
    <p:sldLayoutId id="2147483812" r:id="rId10"/>
    <p:sldLayoutId id="2147483763" r:id="rId11"/>
    <p:sldLayoutId id="2147483775" r:id="rId12"/>
    <p:sldLayoutId id="2147483794" r:id="rId13"/>
    <p:sldLayoutId id="2147483797" r:id="rId14"/>
    <p:sldLayoutId id="2147483817" r:id="rId15"/>
    <p:sldLayoutId id="2147483818" r:id="rId16"/>
    <p:sldLayoutId id="2147483819" r:id="rId17"/>
    <p:sldLayoutId id="2147483820" r:id="rId18"/>
    <p:sldLayoutId id="2147483821" r:id="rId19"/>
    <p:sldLayoutId id="2147483822" r:id="rId20"/>
    <p:sldLayoutId id="2147483823" r:id="rId21"/>
    <p:sldLayoutId id="2147483824" r:id="rId22"/>
    <p:sldLayoutId id="2147483825" r:id="rId23"/>
    <p:sldLayoutId id="2147483826" r:id="rId24"/>
    <p:sldLayoutId id="2147483827" r:id="rId25"/>
    <p:sldLayoutId id="2147483828" r:id="rId26"/>
    <p:sldLayoutId id="2147483753" r:id="rId27"/>
    <p:sldLayoutId id="2147483757" r:id="rId28"/>
    <p:sldLayoutId id="2147483758" r:id="rId29"/>
    <p:sldLayoutId id="2147483815" r:id="rId30"/>
    <p:sldLayoutId id="2147483760" r:id="rId31"/>
    <p:sldLayoutId id="2147483761" r:id="rId32"/>
    <p:sldLayoutId id="2147483762" r:id="rId33"/>
    <p:sldLayoutId id="2147483774" r:id="rId34"/>
    <p:sldLayoutId id="2147483755" r:id="rId35"/>
    <p:sldLayoutId id="2147483756" r:id="rId36"/>
    <p:sldLayoutId id="2147483793" r:id="rId37"/>
    <p:sldLayoutId id="2147483814" r:id="rId38"/>
    <p:sldLayoutId id="2147483746" r:id="rId39"/>
    <p:sldLayoutId id="2147483747" r:id="rId40"/>
    <p:sldLayoutId id="2147483748" r:id="rId41"/>
    <p:sldLayoutId id="2147483749" r:id="rId42"/>
    <p:sldLayoutId id="2147483750" r:id="rId43"/>
    <p:sldLayoutId id="2147483751" r:id="rId44"/>
    <p:sldLayoutId id="2147483791" r:id="rId45"/>
    <p:sldLayoutId id="2147483853" r:id="rId46"/>
    <p:sldLayoutId id="2147483857" r:id="rId47"/>
    <p:sldLayoutId id="2147483858" r:id="rId48"/>
    <p:sldLayoutId id="2147483859" r:id="rId49"/>
    <p:sldLayoutId id="2147483860" r:id="rId50"/>
    <p:sldLayoutId id="2147483861" r:id="rId51"/>
    <p:sldLayoutId id="2147483862" r:id="rId52"/>
    <p:sldLayoutId id="2147483863" r:id="rId53"/>
    <p:sldLayoutId id="2147483864" r:id="rId54"/>
    <p:sldLayoutId id="2147483874" r:id="rId55"/>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xml.rels><?xml version="1.0" encoding="UTF-8" standalone="yes"?>
<Relationships xmlns="http://schemas.openxmlformats.org/package/2006/relationships"><Relationship Id="rId3" Type="http://schemas.openxmlformats.org/officeDocument/2006/relationships/hyperlink" Target="https://jira.infinera.com/issues/?jql=Key%20in%20(GX-183682%2C%20GX-183670%2C%20GX-183453%2C%20GX-183253%2C%20GX-182504%2C%20GX-181355%2C%20GX-180871%2C%20GX-180699%2C%20GX-176701%2C%20GX-175382%2C%20GX-174301%2C%20GX-174293%2C%20GX-174292%2C%20GX-172095%2C%20GX-172030%2C%20GX-171860%2C%20GX-171832%2C%20GX-171795%2C%20GX-171744%2C%20GX-171516%2C%20GX-170561%2C%20GX-170560%2C%20GX-169632%2C%20GX-168320%2C%20GX-168251%2C%20GX-167300%2C%20GX-163967%2C%20GX-163964%2C%20GX-161658%2C%20GX-161512%2C%20GX-158759%2C%20GX-158754%2C%20GX-158357%2C%20GX-158299%2C%20GX-158289%2C%20GX-158282%2C%20GX-157913%2C%20GX-157912%2C%20GX-157894%2C%20GX-157719%2C%20GX-157467%2C%20GX-154468%2C%20GX-152780%2C%20GX-151426%2C%20GX-151169%2C%20GX-149829%2C%20GX-149777%2C%20GX-144722%2C%20GX-143611%2C%20GX-143122%2C%20GX-141686%2C%20GX-140995%2C%20GX-140166%2C%20GX-137280%2C%20GX-137096%2C%20GX-134556%2C%20GX-133877%2C%20GX-133678%2C%20GX-132613%2C%20GX-132074%2C%20GX-132173)%20ORDER%20BY%20created%20ASC" TargetMode="External"/><Relationship Id="rId2" Type="http://schemas.openxmlformats.org/officeDocument/2006/relationships/hyperlink" Target="https://infinera.sharepoint.com/:x:/r/teams/GRP-RRT/_layouts/15/Doc.aspx?sourcedoc=%7BCA49296E-FA04-452B-BCFD-D939853FC035%7D&amp;file=GXUpgradeIssues2024.xlsx&amp;action=default&amp;mobileredirect=true" TargetMode="External"/><Relationship Id="rId1" Type="http://schemas.openxmlformats.org/officeDocument/2006/relationships/slideLayout" Target="../slideLayouts/slideLayout4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xml.rels><?xml version="1.0" encoding="UTF-8" standalone="yes"?>
<Relationships xmlns="http://schemas.openxmlformats.org/package/2006/relationships"><Relationship Id="rId2" Type="http://schemas.openxmlformats.org/officeDocument/2006/relationships/hyperlink" Target="https://jira.infinera.com/browse/GX-69571" TargetMode="External"/><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8" Type="http://schemas.openxmlformats.org/officeDocument/2006/relationships/hyperlink" Target="https://jira.infinera.com/browse/GX-171516" TargetMode="External"/><Relationship Id="rId3" Type="http://schemas.openxmlformats.org/officeDocument/2006/relationships/hyperlink" Target="https://jira.infinera.com/browse/GX-180699" TargetMode="External"/><Relationship Id="rId7" Type="http://schemas.openxmlformats.org/officeDocument/2006/relationships/hyperlink" Target="https://jira.infinera.com/browse/GX-174292" TargetMode="External"/><Relationship Id="rId2" Type="http://schemas.microsoft.com/office/2018/10/relationships/comments" Target="../comments/modernComment_7FFFDE04_77ADD0A1.xml"/><Relationship Id="rId1" Type="http://schemas.openxmlformats.org/officeDocument/2006/relationships/slideLayout" Target="../slideLayouts/slideLayout2.xml"/><Relationship Id="rId6" Type="http://schemas.openxmlformats.org/officeDocument/2006/relationships/hyperlink" Target="https://jira.infinera.com/browse/GX-182504" TargetMode="External"/><Relationship Id="rId5" Type="http://schemas.openxmlformats.org/officeDocument/2006/relationships/hyperlink" Target="https://jira.infinera.com/browse/GX-183253" TargetMode="External"/><Relationship Id="rId4" Type="http://schemas.openxmlformats.org/officeDocument/2006/relationships/hyperlink" Target="https://jira.infinera.com/browse/GX-183453"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jira.infinera.com/browse/GX-163967" TargetMode="External"/><Relationship Id="rId2" Type="http://schemas.microsoft.com/office/2018/10/relationships/comments" Target="../comments/modernComment_7FFFDDF4_7F8ADD0.xml"/><Relationship Id="rId1" Type="http://schemas.openxmlformats.org/officeDocument/2006/relationships/slideLayout" Target="../slideLayouts/slideLayout2.xml"/><Relationship Id="rId4" Type="http://schemas.openxmlformats.org/officeDocument/2006/relationships/hyperlink" Target="https://jira.infinera.com/browse/GX-140166"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jira.infinera.com/browse/GX-157912" TargetMode="External"/><Relationship Id="rId2" Type="http://schemas.microsoft.com/office/2018/10/relationships/comments" Target="../comments/modernComment_7FFFDE03_89E38D7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jira.infinera.com/browse/GX-180871" TargetMode="External"/><Relationship Id="rId2" Type="http://schemas.microsoft.com/office/2018/10/relationships/comments" Target="../comments/modernComment_7FFFDDFE_9D7CBD4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jira.infinera.com/browse/GX-183670" TargetMode="External"/><Relationship Id="rId2" Type="http://schemas.microsoft.com/office/2018/10/relationships/comments" Target="../comments/modernComment_7FFFDE02_D7EF8B90.xml"/><Relationship Id="rId1" Type="http://schemas.openxmlformats.org/officeDocument/2006/relationships/slideLayout" Target="../slideLayouts/slideLayout2.xml"/><Relationship Id="rId5" Type="http://schemas.openxmlformats.org/officeDocument/2006/relationships/hyperlink" Target="https://jira.infinera.com/browse/GX-163450" TargetMode="External"/><Relationship Id="rId4" Type="http://schemas.openxmlformats.org/officeDocument/2006/relationships/hyperlink" Target="https://jira.infinera.com/browse/GX-132173"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jira.infinera.com/browse/GX-176701" TargetMode="External"/><Relationship Id="rId7" Type="http://schemas.openxmlformats.org/officeDocument/2006/relationships/hyperlink" Target="https://jira.infinera.com/browse/GX-170560" TargetMode="External"/><Relationship Id="rId2" Type="http://schemas.microsoft.com/office/2018/10/relationships/comments" Target="../comments/modernComment_7FFFDDF6_9AD7564C.xml"/><Relationship Id="rId1" Type="http://schemas.openxmlformats.org/officeDocument/2006/relationships/slideLayout" Target="../slideLayouts/slideLayout2.xml"/><Relationship Id="rId6" Type="http://schemas.openxmlformats.org/officeDocument/2006/relationships/hyperlink" Target="https://jira.infinera.com/browse/GX-170561" TargetMode="External"/><Relationship Id="rId5" Type="http://schemas.openxmlformats.org/officeDocument/2006/relationships/hyperlink" Target="https://jira.infinera.com/browse/GX-157894" TargetMode="External"/><Relationship Id="rId4" Type="http://schemas.openxmlformats.org/officeDocument/2006/relationships/hyperlink" Target="https://jira.infinera.com/browse/GX-168320"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jira.infinera.com/browse/GX-171860" TargetMode="External"/><Relationship Id="rId2" Type="http://schemas.openxmlformats.org/officeDocument/2006/relationships/hyperlink" Target="https://jira.infinera.com/browse/GX-175382" TargetMode="External"/><Relationship Id="rId1" Type="http://schemas.openxmlformats.org/officeDocument/2006/relationships/slideLayout" Target="../slideLayouts/slideLayout2.xml"/><Relationship Id="rId5" Type="http://schemas.openxmlformats.org/officeDocument/2006/relationships/hyperlink" Target="https://jira.infinera.com/browse/GX-171832" TargetMode="External"/><Relationship Id="rId4" Type="http://schemas.openxmlformats.org/officeDocument/2006/relationships/hyperlink" Target="https://jira.infinera.com/browse/GX-73268" TargetMode="External"/></Relationships>
</file>

<file path=ppt/slides/_rels/slide13.xml.rels><?xml version="1.0" encoding="UTF-8" standalone="yes"?>
<Relationships xmlns="http://schemas.openxmlformats.org/package/2006/relationships"><Relationship Id="rId8" Type="http://schemas.openxmlformats.org/officeDocument/2006/relationships/hyperlink" Target="https://jira.infinera.com/browse/GX-132074" TargetMode="External"/><Relationship Id="rId3" Type="http://schemas.openxmlformats.org/officeDocument/2006/relationships/hyperlink" Target="https://jira.infinera.com/browse/GX-143122" TargetMode="External"/><Relationship Id="rId7" Type="http://schemas.openxmlformats.org/officeDocument/2006/relationships/hyperlink" Target="https://jira.infinera.com/browse/GX-132613" TargetMode="External"/><Relationship Id="rId2" Type="http://schemas.openxmlformats.org/officeDocument/2006/relationships/hyperlink" Target="https://jira.infinera.com/browse/GX-152780" TargetMode="External"/><Relationship Id="rId1" Type="http://schemas.openxmlformats.org/officeDocument/2006/relationships/slideLayout" Target="../slideLayouts/slideLayout2.xml"/><Relationship Id="rId6" Type="http://schemas.openxmlformats.org/officeDocument/2006/relationships/hyperlink" Target="https://jira.infinera.com/browse/GX-134556" TargetMode="External"/><Relationship Id="rId5" Type="http://schemas.openxmlformats.org/officeDocument/2006/relationships/hyperlink" Target="https://jira.infinera.com/browse/GX-137280" TargetMode="External"/><Relationship Id="rId4" Type="http://schemas.openxmlformats.org/officeDocument/2006/relationships/hyperlink" Target="https://jira.infinera.com/browse/GX-140995" TargetMode="External"/></Relationships>
</file>

<file path=ppt/slides/_rels/slide14.xml.rels><?xml version="1.0" encoding="UTF-8" standalone="yes"?>
<Relationships xmlns="http://schemas.openxmlformats.org/package/2006/relationships"><Relationship Id="rId8" Type="http://schemas.openxmlformats.org/officeDocument/2006/relationships/hyperlink" Target="https://jira.infinera.com/browse/GX-154468" TargetMode="External"/><Relationship Id="rId3" Type="http://schemas.openxmlformats.org/officeDocument/2006/relationships/hyperlink" Target="https://jira.infinera.com/browse/GX-167300" TargetMode="External"/><Relationship Id="rId7" Type="http://schemas.openxmlformats.org/officeDocument/2006/relationships/hyperlink" Target="https://jira.infinera.com/browse/GX-157719" TargetMode="External"/><Relationship Id="rId2" Type="http://schemas.openxmlformats.org/officeDocument/2006/relationships/hyperlink" Target="https://jira.infinera.com/browse/GX-163964" TargetMode="External"/><Relationship Id="rId1" Type="http://schemas.openxmlformats.org/officeDocument/2006/relationships/slideLayout" Target="../slideLayouts/slideLayout2.xml"/><Relationship Id="rId6" Type="http://schemas.openxmlformats.org/officeDocument/2006/relationships/hyperlink" Target="https://jira.infinera.com/browse/GX-158289" TargetMode="External"/><Relationship Id="rId5" Type="http://schemas.openxmlformats.org/officeDocument/2006/relationships/hyperlink" Target="https://jira.infinera.com/browse/GX-158357" TargetMode="External"/><Relationship Id="rId4" Type="http://schemas.openxmlformats.org/officeDocument/2006/relationships/hyperlink" Target="https://jira.infinera.com/browse/GX-158759"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nam11.safelinks.protection.outlook.com/?url=https%3A%2F%2Fudan.infinera.com%2Findex&amp;data=05%7C02%7CASchuch%40infinera.com%7C9da81e32c0974ab2623208dce9223e30%7C285643de5f5b4b03a1530ae2dc8aaf77%7C0%7C0%7C638641580479407330%7CUnknown%7CTWFpbGZsb3d8eyJWIjoiMC4wLjAwMDAiLCJQIjoiV2luMzIiLCJBTiI6Ik1haWwiLCJXVCI6Mn0%3D%7C0%7C%7C%7C&amp;sdata=TbSfv0%2BPG3Ao0%2Fz1JrSMttmvn%2FPJN%2FB9O%2FrwsJI3O7w%3D&amp;reserved=0" TargetMode="External"/><Relationship Id="rId2" Type="http://schemas.openxmlformats.org/officeDocument/2006/relationships/hyperlink" Target="https://nam11.safelinks.protection.outlook.com/?url=http%3A%2F%2Fudanshanghai.infinera.com%3A8080%2Findex&amp;data=05%7C02%7CASchuch%40infinera.com%7C9da81e32c0974ab2623208dce9223e30%7C285643de5f5b4b03a1530ae2dc8aaf77%7C0%7C0%7C638641580479387766%7CUnknown%7CTWFpbGZsb3d8eyJWIjoiMC4wLjAwMDAiLCJQIjoiV2luMzIiLCJBTiI6Ik1haWwiLCJXVCI6Mn0%3D%7C0%7C%7C%7C&amp;sdata=mwIqm8egKHanOOlbULjG7r2kLcsV4by2ENDFvRFn94Y%3D&amp;reserved=0"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jira.infinera.com/browse/GX-171832" TargetMode="External"/><Relationship Id="rId2" Type="http://schemas.openxmlformats.org/officeDocument/2006/relationships/hyperlink" Target="https://jira.infinera.com/browse/GX-175382" TargetMode="External"/><Relationship Id="rId1" Type="http://schemas.openxmlformats.org/officeDocument/2006/relationships/slideLayout" Target="../slideLayouts/slideLayout2.xml"/><Relationship Id="rId6" Type="http://schemas.openxmlformats.org/officeDocument/2006/relationships/hyperlink" Target="https://jira.infinera.com/browse/GX-137280" TargetMode="External"/><Relationship Id="rId5" Type="http://schemas.openxmlformats.org/officeDocument/2006/relationships/hyperlink" Target="https://jira.infinera.com/browse/GX-143122" TargetMode="External"/><Relationship Id="rId4" Type="http://schemas.openxmlformats.org/officeDocument/2006/relationships/hyperlink" Target="https://jira.infinera.com/browse/GX-152780" TargetMode="External"/></Relationships>
</file>

<file path=ppt/slides/_rels/slide17.xml.rels><?xml version="1.0" encoding="UTF-8" standalone="yes"?>
<Relationships xmlns="http://schemas.openxmlformats.org/package/2006/relationships"><Relationship Id="rId2" Type="http://schemas.openxmlformats.org/officeDocument/2006/relationships/hyperlink" Target="https://jira.infinera.com/browse/GX-171832"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A3F19-C97F-216A-002D-C6BB4C79EDC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6006B91-8908-D0D2-48A4-82A02A6CC6EB}"/>
              </a:ext>
            </a:extLst>
          </p:cNvPr>
          <p:cNvSpPr>
            <a:spLocks noGrp="1"/>
          </p:cNvSpPr>
          <p:nvPr>
            <p:ph type="title"/>
          </p:nvPr>
        </p:nvSpPr>
        <p:spPr>
          <a:xfrm>
            <a:off x="338091" y="1029971"/>
            <a:ext cx="5134022" cy="1244465"/>
          </a:xfrm>
        </p:spPr>
        <p:txBody>
          <a:bodyPr>
            <a:normAutofit/>
          </a:bodyPr>
          <a:lstStyle/>
          <a:p>
            <a:r>
              <a:rPr lang="en-US" dirty="0"/>
              <a:t>GX – SW </a:t>
            </a:r>
            <a:r>
              <a:rPr lang="en-US"/>
              <a:t>Upgrade CFD </a:t>
            </a:r>
            <a:r>
              <a:rPr lang="en-US" dirty="0"/>
              <a:t>Analysis</a:t>
            </a:r>
          </a:p>
        </p:txBody>
      </p:sp>
      <p:sp>
        <p:nvSpPr>
          <p:cNvPr id="4" name="Text Placeholder 3">
            <a:extLst>
              <a:ext uri="{FF2B5EF4-FFF2-40B4-BE49-F238E27FC236}">
                <a16:creationId xmlns:a16="http://schemas.microsoft.com/office/drawing/2014/main" id="{E68D6094-EC41-476F-D0A2-2FF2CFE00EA6}"/>
              </a:ext>
            </a:extLst>
          </p:cNvPr>
          <p:cNvSpPr>
            <a:spLocks noGrp="1"/>
          </p:cNvSpPr>
          <p:nvPr>
            <p:ph type="body" sz="quarter" idx="12"/>
          </p:nvPr>
        </p:nvSpPr>
        <p:spPr>
          <a:xfrm>
            <a:off x="388956" y="2571750"/>
            <a:ext cx="3909884" cy="1360463"/>
          </a:xfrm>
        </p:spPr>
        <p:txBody>
          <a:bodyPr>
            <a:normAutofit fontScale="92500" lnSpcReduction="10000"/>
          </a:bodyPr>
          <a:lstStyle/>
          <a:p>
            <a:pPr>
              <a:lnSpc>
                <a:spcPct val="90000"/>
              </a:lnSpc>
            </a:pPr>
            <a:r>
              <a:rPr lang="en-US" dirty="0"/>
              <a:t>Akshay Kumar Behki</a:t>
            </a:r>
          </a:p>
          <a:p>
            <a:pPr>
              <a:lnSpc>
                <a:spcPct val="90000"/>
              </a:lnSpc>
            </a:pPr>
            <a:r>
              <a:rPr lang="en-US" dirty="0"/>
              <a:t>SwRRT</a:t>
            </a:r>
          </a:p>
          <a:p>
            <a:pPr>
              <a:lnSpc>
                <a:spcPct val="90000"/>
              </a:lnSpc>
            </a:pPr>
            <a:endParaRPr lang="en-US" dirty="0"/>
          </a:p>
          <a:p>
            <a:pPr>
              <a:lnSpc>
                <a:spcPct val="90000"/>
              </a:lnSpc>
            </a:pPr>
            <a:endParaRPr lang="en-US" dirty="0"/>
          </a:p>
          <a:p>
            <a:pPr>
              <a:lnSpc>
                <a:spcPct val="90000"/>
              </a:lnSpc>
            </a:pPr>
            <a:r>
              <a:rPr lang="en-US" dirty="0"/>
              <a:t>June 10, 2025</a:t>
            </a:r>
          </a:p>
        </p:txBody>
      </p:sp>
    </p:spTree>
    <p:extLst>
      <p:ext uri="{BB962C8B-B14F-4D97-AF65-F5344CB8AC3E}">
        <p14:creationId xmlns:p14="http://schemas.microsoft.com/office/powerpoint/2010/main" val="3696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11992-0DA4-0852-8086-4E5C25AA8B79}"/>
              </a:ext>
            </a:extLst>
          </p:cNvPr>
          <p:cNvSpPr>
            <a:spLocks noGrp="1"/>
          </p:cNvSpPr>
          <p:nvPr>
            <p:ph type="title"/>
          </p:nvPr>
        </p:nvSpPr>
        <p:spPr>
          <a:xfrm>
            <a:off x="210866" y="104353"/>
            <a:ext cx="8308800" cy="743520"/>
          </a:xfrm>
        </p:spPr>
        <p:txBody>
          <a:bodyPr/>
          <a:lstStyle/>
          <a:p>
            <a:r>
              <a:rPr lang="en-US" dirty="0"/>
              <a:t>Agenda</a:t>
            </a:r>
            <a:br>
              <a:rPr lang="en-US" dirty="0"/>
            </a:br>
            <a:endParaRPr lang="en-US" dirty="0"/>
          </a:p>
        </p:txBody>
      </p:sp>
      <p:sp>
        <p:nvSpPr>
          <p:cNvPr id="4" name="Text Placeholder 3">
            <a:extLst>
              <a:ext uri="{FF2B5EF4-FFF2-40B4-BE49-F238E27FC236}">
                <a16:creationId xmlns:a16="http://schemas.microsoft.com/office/drawing/2014/main" id="{753CD866-5D64-A12E-CB31-2D6E2EC9FE42}"/>
              </a:ext>
            </a:extLst>
          </p:cNvPr>
          <p:cNvSpPr txBox="1">
            <a:spLocks/>
          </p:cNvSpPr>
          <p:nvPr/>
        </p:nvSpPr>
        <p:spPr>
          <a:xfrm>
            <a:off x="210866" y="777791"/>
            <a:ext cx="8308800" cy="4261356"/>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287338" indent="-287338">
              <a:lnSpc>
                <a:spcPct val="150000"/>
              </a:lnSpc>
              <a:buFont typeface="Wingdings" panose="05000000000000000000" pitchFamily="2" charset="2"/>
              <a:buChar char="Ø"/>
            </a:pPr>
            <a:r>
              <a:rPr lang="en-US" sz="1800" dirty="0">
                <a:solidFill>
                  <a:schemeClr val="bg1"/>
                </a:solidFill>
              </a:rPr>
              <a:t>This document covers analysis  of customer found defects related to SW upgrade during Y2024.</a:t>
            </a:r>
            <a:r>
              <a:rPr lang="en-US" dirty="0">
                <a:solidFill>
                  <a:schemeClr val="bg1"/>
                </a:solidFill>
              </a:rPr>
              <a:t> </a:t>
            </a:r>
          </a:p>
          <a:p>
            <a:pPr marL="287338" indent="-287338">
              <a:lnSpc>
                <a:spcPct val="150000"/>
              </a:lnSpc>
              <a:buFont typeface="Wingdings" panose="05000000000000000000" pitchFamily="2" charset="2"/>
              <a:buChar char="Ø"/>
            </a:pPr>
            <a:r>
              <a:rPr lang="en-US" sz="1800" dirty="0">
                <a:solidFill>
                  <a:schemeClr val="bg1"/>
                </a:solidFill>
              </a:rPr>
              <a:t>Purpose of the </a:t>
            </a:r>
            <a:r>
              <a:rPr lang="en-US" sz="1800" b="1" dirty="0">
                <a:solidFill>
                  <a:schemeClr val="bg1"/>
                </a:solidFill>
                <a:highlight>
                  <a:srgbClr val="00FFFF"/>
                </a:highlight>
                <a:hlinkClick r:id="rId2"/>
              </a:rPr>
              <a:t>analysis</a:t>
            </a:r>
            <a:r>
              <a:rPr lang="en-US" sz="1800" dirty="0">
                <a:solidFill>
                  <a:schemeClr val="bg1"/>
                </a:solidFill>
              </a:rPr>
              <a:t> is to establish, </a:t>
            </a:r>
            <a:r>
              <a:rPr lang="en-US" sz="1800" dirty="0" err="1">
                <a:solidFill>
                  <a:schemeClr val="bg1"/>
                </a:solidFill>
              </a:rPr>
              <a:t>WoWs</a:t>
            </a:r>
            <a:r>
              <a:rPr lang="en-US" sz="1800" dirty="0">
                <a:solidFill>
                  <a:schemeClr val="bg1"/>
                </a:solidFill>
              </a:rPr>
              <a:t> (Ways of Work) within R&amp;D to improve upgrade experience for the customer in all the GX platforms.</a:t>
            </a:r>
          </a:p>
          <a:p>
            <a:pPr marL="287338" indent="-287338">
              <a:lnSpc>
                <a:spcPct val="150000"/>
              </a:lnSpc>
              <a:buFont typeface="Wingdings" panose="05000000000000000000" pitchFamily="2" charset="2"/>
              <a:buChar char="Ø"/>
            </a:pPr>
            <a:r>
              <a:rPr lang="en-US" sz="1800" dirty="0">
                <a:solidFill>
                  <a:schemeClr val="bg1"/>
                </a:solidFill>
              </a:rPr>
              <a:t>In total </a:t>
            </a:r>
            <a:r>
              <a:rPr lang="en-US" sz="1800" b="1" dirty="0">
                <a:solidFill>
                  <a:schemeClr val="bg2">
                    <a:lumMod val="10000"/>
                  </a:schemeClr>
                </a:solidFill>
                <a:highlight>
                  <a:srgbClr val="00FFFF"/>
                </a:highlight>
                <a:hlinkClick r:id="rId3">
                  <a:extLst>
                    <a:ext uri="{A12FA001-AC4F-418D-AE19-62706E023703}">
                      <ahyp:hlinkClr xmlns:ahyp="http://schemas.microsoft.com/office/drawing/2018/hyperlinkcolor" val="tx"/>
                    </a:ext>
                  </a:extLst>
                </a:hlinkClick>
              </a:rPr>
              <a:t>61*CFDs </a:t>
            </a:r>
            <a:r>
              <a:rPr lang="en-US" sz="1800" dirty="0">
                <a:solidFill>
                  <a:schemeClr val="bg1"/>
                </a:solidFill>
              </a:rPr>
              <a:t>related to SW upgrade were reported in 2024, out of which 18 cut through as per their reproducibility probability or at least help us characterize and document expected behaviors.</a:t>
            </a:r>
          </a:p>
          <a:p>
            <a:pPr marL="287338" indent="-287338">
              <a:lnSpc>
                <a:spcPct val="150000"/>
              </a:lnSpc>
              <a:buFont typeface="Wingdings" panose="05000000000000000000" pitchFamily="2" charset="2"/>
              <a:buChar char="Ø"/>
            </a:pPr>
            <a:r>
              <a:rPr lang="en-US" sz="1800" dirty="0">
                <a:solidFill>
                  <a:schemeClr val="bg1"/>
                </a:solidFill>
              </a:rPr>
              <a:t>Each slide caters to one area which can be classified as improvement with corresponding CFD links.</a:t>
            </a:r>
          </a:p>
        </p:txBody>
      </p:sp>
    </p:spTree>
    <p:extLst>
      <p:ext uri="{BB962C8B-B14F-4D97-AF65-F5344CB8AC3E}">
        <p14:creationId xmlns:p14="http://schemas.microsoft.com/office/powerpoint/2010/main" val="1816302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7F421-6CAC-F772-12A3-D45D927FC8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0C904A-E370-A210-9226-8B711AA4E0FE}"/>
              </a:ext>
            </a:extLst>
          </p:cNvPr>
          <p:cNvSpPr>
            <a:spLocks noGrp="1"/>
          </p:cNvSpPr>
          <p:nvPr>
            <p:ph type="title"/>
          </p:nvPr>
        </p:nvSpPr>
        <p:spPr>
          <a:xfrm>
            <a:off x="350976" y="0"/>
            <a:ext cx="8308800" cy="743520"/>
          </a:xfrm>
        </p:spPr>
        <p:txBody>
          <a:bodyPr/>
          <a:lstStyle/>
          <a:p>
            <a:r>
              <a:rPr lang="en-US" sz="2700" dirty="0"/>
              <a:t>Feedback on G42 SW Upgrade from Amazon Account team</a:t>
            </a:r>
            <a:br>
              <a:rPr lang="en-US" dirty="0"/>
            </a:br>
            <a:endParaRPr lang="en-US" dirty="0"/>
          </a:p>
        </p:txBody>
      </p:sp>
      <p:sp>
        <p:nvSpPr>
          <p:cNvPr id="4" name="Text Placeholder 3">
            <a:extLst>
              <a:ext uri="{FF2B5EF4-FFF2-40B4-BE49-F238E27FC236}">
                <a16:creationId xmlns:a16="http://schemas.microsoft.com/office/drawing/2014/main" id="{E49A9691-0068-FDD4-6E29-485C12965046}"/>
              </a:ext>
            </a:extLst>
          </p:cNvPr>
          <p:cNvSpPr txBox="1">
            <a:spLocks/>
          </p:cNvSpPr>
          <p:nvPr/>
        </p:nvSpPr>
        <p:spPr>
          <a:xfrm>
            <a:off x="210866" y="476113"/>
            <a:ext cx="8722268" cy="4493457"/>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1800" dirty="0">
                <a:solidFill>
                  <a:schemeClr val="bg1"/>
                </a:solidFill>
              </a:rPr>
              <a:t>G42 SNMP Performance issues resulted in Amazon doubting our system capabilities. Nokia had to work with Amazon closely to optimize the </a:t>
            </a:r>
            <a:r>
              <a:rPr lang="en-US" sz="1800" b="1" dirty="0">
                <a:solidFill>
                  <a:schemeClr val="bg1"/>
                </a:solidFill>
              </a:rPr>
              <a:t>SNMP</a:t>
            </a:r>
            <a:r>
              <a:rPr lang="en-US" sz="1800" dirty="0">
                <a:solidFill>
                  <a:schemeClr val="bg1"/>
                </a:solidFill>
              </a:rPr>
              <a:t> retrieval to work around our system limitations. </a:t>
            </a:r>
          </a:p>
          <a:p>
            <a:r>
              <a:rPr lang="en-US" sz="1800" dirty="0">
                <a:solidFill>
                  <a:schemeClr val="bg1"/>
                </a:solidFill>
              </a:rPr>
              <a:t>R6.2.0 basic Upgrade failure with dual controller was a huge disappointment and main reason behind this miss in SVT was, the test team did not consider </a:t>
            </a:r>
            <a:r>
              <a:rPr lang="en-US" sz="1800" b="1" dirty="0">
                <a:solidFill>
                  <a:schemeClr val="bg1"/>
                </a:solidFill>
              </a:rPr>
              <a:t>FW</a:t>
            </a:r>
            <a:r>
              <a:rPr lang="en-US" sz="1800" dirty="0">
                <a:solidFill>
                  <a:schemeClr val="bg1"/>
                </a:solidFill>
              </a:rPr>
              <a:t> </a:t>
            </a:r>
            <a:r>
              <a:rPr lang="en-US" sz="1800" b="1" dirty="0">
                <a:solidFill>
                  <a:schemeClr val="bg1"/>
                </a:solidFill>
              </a:rPr>
              <a:t>downgrade</a:t>
            </a:r>
            <a:r>
              <a:rPr lang="en-US" sz="1800" dirty="0">
                <a:solidFill>
                  <a:schemeClr val="bg1"/>
                </a:solidFill>
              </a:rPr>
              <a:t> during upgrade tests.</a:t>
            </a:r>
          </a:p>
          <a:p>
            <a:r>
              <a:rPr lang="en-US" sz="1800" dirty="0">
                <a:solidFill>
                  <a:schemeClr val="bg1"/>
                </a:solidFill>
              </a:rPr>
              <a:t>SVT testing ,in general, is always being questioned by Amazon because very basic issues were observed during the upgrade. </a:t>
            </a:r>
          </a:p>
          <a:p>
            <a:r>
              <a:rPr lang="en-US" sz="1800" dirty="0">
                <a:solidFill>
                  <a:schemeClr val="bg1"/>
                </a:solidFill>
              </a:rPr>
              <a:t>While providing the </a:t>
            </a:r>
            <a:r>
              <a:rPr lang="en-US" sz="1800" b="1" dirty="0">
                <a:solidFill>
                  <a:schemeClr val="bg1"/>
                </a:solidFill>
              </a:rPr>
              <a:t>workaround</a:t>
            </a:r>
            <a:r>
              <a:rPr lang="en-US" sz="1800" dirty="0">
                <a:solidFill>
                  <a:schemeClr val="bg1"/>
                </a:solidFill>
              </a:rPr>
              <a:t> to Amazon for these issues, there were a lot of back-and-forth recommendations provided by Engineering further questioned our product understanding and clarity. </a:t>
            </a:r>
          </a:p>
          <a:p>
            <a:r>
              <a:rPr lang="en-US" sz="1800" dirty="0">
                <a:solidFill>
                  <a:schemeClr val="bg1"/>
                </a:solidFill>
              </a:rPr>
              <a:t>GX upgrade times are longer and moreover, components FW upgrade failures is a big concern.</a:t>
            </a:r>
          </a:p>
          <a:p>
            <a:r>
              <a:rPr lang="en-US" sz="1800" dirty="0">
                <a:solidFill>
                  <a:schemeClr val="bg1"/>
                </a:solidFill>
              </a:rPr>
              <a:t>Amazon openly criticize Nokia, for the lack of developing comprehensive test plans and taunt Nokia saying that we use their </a:t>
            </a:r>
            <a:r>
              <a:rPr lang="en-US" sz="1800" b="1" dirty="0">
                <a:solidFill>
                  <a:schemeClr val="bg1"/>
                </a:solidFill>
              </a:rPr>
              <a:t>network as test bed to </a:t>
            </a:r>
            <a:r>
              <a:rPr lang="en-US" sz="1800" dirty="0">
                <a:solidFill>
                  <a:schemeClr val="bg1"/>
                </a:solidFill>
              </a:rPr>
              <a:t>RCA all the issues.</a:t>
            </a:r>
          </a:p>
        </p:txBody>
      </p:sp>
    </p:spTree>
    <p:extLst>
      <p:ext uri="{BB962C8B-B14F-4D97-AF65-F5344CB8AC3E}">
        <p14:creationId xmlns:p14="http://schemas.microsoft.com/office/powerpoint/2010/main" val="22978695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31593-D73B-8509-7283-45F8DC1BA3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94BBE7-2C89-D9FD-E890-9AD903C46B96}"/>
              </a:ext>
            </a:extLst>
          </p:cNvPr>
          <p:cNvSpPr>
            <a:spLocks noGrp="1"/>
          </p:cNvSpPr>
          <p:nvPr>
            <p:ph type="title"/>
          </p:nvPr>
        </p:nvSpPr>
        <p:spPr>
          <a:xfrm>
            <a:off x="350976" y="0"/>
            <a:ext cx="8308800" cy="743520"/>
          </a:xfrm>
        </p:spPr>
        <p:txBody>
          <a:bodyPr/>
          <a:lstStyle/>
          <a:p>
            <a:r>
              <a:rPr lang="en-US" sz="2700" dirty="0"/>
              <a:t>Feedback on G42 SW Upgrade from Meta Account team</a:t>
            </a:r>
            <a:br>
              <a:rPr lang="en-US" dirty="0"/>
            </a:br>
            <a:endParaRPr lang="en-US" dirty="0"/>
          </a:p>
        </p:txBody>
      </p:sp>
      <p:sp>
        <p:nvSpPr>
          <p:cNvPr id="4" name="Text Placeholder 3">
            <a:extLst>
              <a:ext uri="{FF2B5EF4-FFF2-40B4-BE49-F238E27FC236}">
                <a16:creationId xmlns:a16="http://schemas.microsoft.com/office/drawing/2014/main" id="{5D9536CF-2036-C037-F744-CB409232D96F}"/>
              </a:ext>
            </a:extLst>
          </p:cNvPr>
          <p:cNvSpPr txBox="1">
            <a:spLocks/>
          </p:cNvSpPr>
          <p:nvPr/>
        </p:nvSpPr>
        <p:spPr>
          <a:xfrm>
            <a:off x="149393" y="339349"/>
            <a:ext cx="8722268" cy="4704258"/>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1600" dirty="0">
                <a:solidFill>
                  <a:schemeClr val="bg1"/>
                </a:solidFill>
              </a:rPr>
              <a:t>Post 6.1, </a:t>
            </a:r>
            <a:r>
              <a:rPr lang="en-US" sz="1600" b="1" dirty="0">
                <a:solidFill>
                  <a:schemeClr val="bg1"/>
                </a:solidFill>
              </a:rPr>
              <a:t>multiple maintenance builds </a:t>
            </a:r>
            <a:r>
              <a:rPr lang="en-US" sz="1600" dirty="0">
                <a:solidFill>
                  <a:schemeClr val="bg1"/>
                </a:solidFill>
              </a:rPr>
              <a:t>have been provided to Meta till now.</a:t>
            </a:r>
          </a:p>
          <a:p>
            <a:r>
              <a:rPr lang="en-US" sz="1600" dirty="0">
                <a:solidFill>
                  <a:schemeClr val="bg1"/>
                </a:solidFill>
              </a:rPr>
              <a:t>Meta is very disappointed on GX upgrade times, and the improvements made in this area, are not enough for Meta. Meta moved from </a:t>
            </a:r>
            <a:r>
              <a:rPr lang="en-US" sz="1600" b="1" dirty="0">
                <a:solidFill>
                  <a:schemeClr val="bg1"/>
                </a:solidFill>
              </a:rPr>
              <a:t>shell-based upgrade to ISSU </a:t>
            </a:r>
            <a:r>
              <a:rPr lang="en-US" sz="1600" dirty="0">
                <a:solidFill>
                  <a:schemeClr val="bg1"/>
                </a:solidFill>
              </a:rPr>
              <a:t>to reduce the traffic drain times. The first ISSU upgrade was planned recently during R5.2.2 to R6.1.6 upgrade. However, Meta’s confidence with our SW is so low, that they kept draining the traffic to monitor traffic impact.</a:t>
            </a:r>
          </a:p>
          <a:p>
            <a:r>
              <a:rPr lang="en-US" sz="1600" dirty="0">
                <a:solidFill>
                  <a:schemeClr val="bg1"/>
                </a:solidFill>
              </a:rPr>
              <a:t>At some point during the R5.2.2 to R6.1.6 upgrades, Meta stated that they could not gather any data because of the too many issues, i.e</a:t>
            </a:r>
            <a:r>
              <a:rPr lang="en-US" sz="1600" b="1" dirty="0">
                <a:solidFill>
                  <a:schemeClr val="bg1"/>
                </a:solidFill>
              </a:rPr>
              <a:t>., too many cold reboots needed </a:t>
            </a:r>
            <a:r>
              <a:rPr lang="en-US" sz="1600" dirty="0">
                <a:solidFill>
                  <a:schemeClr val="bg1"/>
                </a:solidFill>
              </a:rPr>
              <a:t>and too many outages. </a:t>
            </a:r>
          </a:p>
          <a:p>
            <a:r>
              <a:rPr lang="en-US" sz="1600" dirty="0">
                <a:solidFill>
                  <a:schemeClr val="bg1"/>
                </a:solidFill>
              </a:rPr>
              <a:t>Meta is upgrading network from R5.2.2 to R6.1.8, so the experience didn’t change much to previous upgrade (R5.2.2 to R6.1.6) but even a bit worse as in the meantime new issues that we had previously communicated </a:t>
            </a:r>
            <a:r>
              <a:rPr lang="en-US" sz="1600" b="1" dirty="0">
                <a:solidFill>
                  <a:schemeClr val="bg1"/>
                </a:solidFill>
              </a:rPr>
              <a:t>as benign now turned to be not so much true</a:t>
            </a:r>
            <a:r>
              <a:rPr lang="en-US" sz="1600" dirty="0">
                <a:solidFill>
                  <a:schemeClr val="bg1"/>
                </a:solidFill>
              </a:rPr>
              <a:t>. </a:t>
            </a:r>
          </a:p>
          <a:p>
            <a:r>
              <a:rPr lang="en-US" sz="1600" dirty="0">
                <a:solidFill>
                  <a:schemeClr val="bg1"/>
                </a:solidFill>
              </a:rPr>
              <a:t>To deal with a specific Level DB partition full issue, Meta decided to go for restore factory default, but this caused a lot of TI NVM corruption issues. And the only explanation we have, is this issue is fixed in newer </a:t>
            </a:r>
            <a:r>
              <a:rPr lang="en-US" sz="1600" b="1" dirty="0">
                <a:solidFill>
                  <a:schemeClr val="bg1"/>
                </a:solidFill>
              </a:rPr>
              <a:t>CHM6 hardware (P5) and for older HW revision, we have only added an alarm </a:t>
            </a:r>
            <a:r>
              <a:rPr lang="en-US" sz="1600" dirty="0">
                <a:solidFill>
                  <a:schemeClr val="bg1"/>
                </a:solidFill>
              </a:rPr>
              <a:t>in newer release. Before the upgrades we communicated, this was a rare issue but at some point, they started to laugh at us because number of times its seen, so we had to withdraw this statement: </a:t>
            </a:r>
            <a:r>
              <a:rPr lang="en-US" sz="1600" b="1" dirty="0">
                <a:solidFill>
                  <a:srgbClr val="001135"/>
                </a:solidFill>
                <a:highlight>
                  <a:srgbClr val="00FFFF"/>
                </a:highlight>
                <a:hlinkClick r:id="rId2">
                  <a:extLst>
                    <a:ext uri="{A12FA001-AC4F-418D-AE19-62706E023703}">
                      <ahyp:hlinkClr xmlns:ahyp="http://schemas.microsoft.com/office/drawing/2018/hyperlinkcolor" val="tx"/>
                    </a:ext>
                  </a:extLst>
                </a:hlinkClick>
              </a:rPr>
              <a:t>GX-69571</a:t>
            </a:r>
            <a:r>
              <a:rPr lang="en-US" sz="1600" b="1" dirty="0">
                <a:solidFill>
                  <a:schemeClr val="bg1"/>
                </a:solidFill>
              </a:rPr>
              <a:t>.</a:t>
            </a:r>
          </a:p>
          <a:p>
            <a:r>
              <a:rPr lang="en-US" sz="1600" dirty="0">
                <a:solidFill>
                  <a:schemeClr val="bg1"/>
                </a:solidFill>
              </a:rPr>
              <a:t>Meta will start next SW upgrades from R6.1.6 to R6.1.8 in coming weeks and we will see how the upgrade will go this time, but we are not very optimistic unfortunately.</a:t>
            </a:r>
          </a:p>
        </p:txBody>
      </p:sp>
    </p:spTree>
    <p:extLst>
      <p:ext uri="{BB962C8B-B14F-4D97-AF65-F5344CB8AC3E}">
        <p14:creationId xmlns:p14="http://schemas.microsoft.com/office/powerpoint/2010/main" val="30524856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976F5-AA8C-8DCB-2667-E1D878916B7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39F876-D808-13CF-865A-4475674FE90A}"/>
              </a:ext>
            </a:extLst>
          </p:cNvPr>
          <p:cNvSpPr>
            <a:spLocks noGrp="1"/>
          </p:cNvSpPr>
          <p:nvPr>
            <p:ph type="title"/>
          </p:nvPr>
        </p:nvSpPr>
        <p:spPr/>
        <p:txBody>
          <a:bodyPr/>
          <a:lstStyle/>
          <a:p>
            <a:r>
              <a:rPr lang="en-US" dirty="0"/>
              <a:t>Flash/RAM usage over introducing new features/upgrades</a:t>
            </a:r>
            <a:br>
              <a:rPr lang="en-US" dirty="0"/>
            </a:br>
            <a:endParaRPr lang="en-US" dirty="0"/>
          </a:p>
        </p:txBody>
      </p:sp>
      <p:sp>
        <p:nvSpPr>
          <p:cNvPr id="2" name="TextBox 1">
            <a:extLst>
              <a:ext uri="{FF2B5EF4-FFF2-40B4-BE49-F238E27FC236}">
                <a16:creationId xmlns:a16="http://schemas.microsoft.com/office/drawing/2014/main" id="{0209F17B-D166-943C-0FFF-03E523EC35E4}"/>
              </a:ext>
            </a:extLst>
          </p:cNvPr>
          <p:cNvSpPr txBox="1"/>
          <p:nvPr/>
        </p:nvSpPr>
        <p:spPr>
          <a:xfrm>
            <a:off x="417531" y="898292"/>
            <a:ext cx="8637759" cy="3897106"/>
          </a:xfrm>
          <a:prstGeom prst="rect">
            <a:avLst/>
          </a:prstGeom>
          <a:noFill/>
          <a:ln>
            <a:noFill/>
          </a:ln>
        </p:spPr>
        <p:txBody>
          <a:bodyPr wrap="non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sng" strike="noStrike" kern="1200" cap="none" spc="0" normalizeH="0" baseline="0" noProof="0" dirty="0">
                <a:ln>
                  <a:noFill/>
                </a:ln>
                <a:solidFill>
                  <a:srgbClr val="001135"/>
                </a:solidFill>
                <a:effectLst/>
                <a:uLnTx/>
                <a:uFillTx/>
                <a:latin typeface="Nokia Pure Text Light"/>
                <a:ea typeface="+mn-ea"/>
                <a:cs typeface="+mn-cs"/>
              </a:rPr>
              <a:t>Problem statement:</a:t>
            </a:r>
          </a:p>
          <a:p>
            <a:r>
              <a:rPr lang="en-US" sz="1200" dirty="0"/>
              <a:t>Introducing new features/framework changes takes some toll on memory. Unavailability of memory can cause multiple issues such as</a:t>
            </a:r>
          </a:p>
          <a:p>
            <a:r>
              <a:rPr lang="en-US" sz="1200" dirty="0"/>
              <a:t>traffic hit.</a:t>
            </a:r>
          </a:p>
          <a:p>
            <a:endParaRPr lang="en-US" sz="1000" dirty="0"/>
          </a:p>
          <a:p>
            <a:pPr marL="342900" indent="-342900">
              <a:buFont typeface="+mj-lt"/>
              <a:buAutoNum type="arabicPeriod"/>
            </a:pPr>
            <a:r>
              <a:rPr lang="en-US" sz="1200" b="1" u="sng" dirty="0">
                <a:hlinkClick r:id="rId3">
                  <a:extLst>
                    <a:ext uri="{A12FA001-AC4F-418D-AE19-62706E023703}">
                      <ahyp:hlinkClr xmlns:ahyp="http://schemas.microsoft.com/office/drawing/2018/hyperlinkcolor" val="tx"/>
                    </a:ext>
                  </a:extLst>
                </a:hlinkClick>
              </a:rPr>
              <a:t>GX-180699</a:t>
            </a:r>
            <a:r>
              <a:rPr lang="en-US" sz="1200" b="1" u="sng" dirty="0"/>
              <a:t> </a:t>
            </a:r>
            <a:r>
              <a:rPr lang="en-US" sz="1200" b="1" i="0" u="sng" strike="noStrike" dirty="0">
                <a:effectLst/>
              </a:rPr>
              <a:t>: </a:t>
            </a:r>
            <a:r>
              <a:rPr lang="en-US" sz="1200" b="1" i="0" dirty="0">
                <a:effectLst/>
              </a:rPr>
              <a:t>G42: R7.1 UCM4 Not able to recover after Upgrade from R7.0 to R7.1 - Equipment's control plane is unreachable</a:t>
            </a:r>
          </a:p>
          <a:p>
            <a:pPr marL="342900" indent="-342900" algn="l" rtl="0" eaLnBrk="1" fontAlgn="t" latinLnBrk="0" hangingPunct="1">
              <a:buFont typeface="+mj-lt"/>
              <a:buAutoNum type="arabicPeriod"/>
            </a:pPr>
            <a:r>
              <a:rPr lang="en-US" sz="1200" b="1" i="0" u="sng" strike="noStrike" kern="1200" dirty="0">
                <a:effectLst/>
                <a:hlinkClick r:id="rId4">
                  <a:extLst>
                    <a:ext uri="{A12FA001-AC4F-418D-AE19-62706E023703}">
                      <ahyp:hlinkClr xmlns:ahyp="http://schemas.microsoft.com/office/drawing/2018/hyperlinkcolor" val="tx"/>
                    </a:ext>
                  </a:extLst>
                </a:hlinkClick>
              </a:rPr>
              <a:t>GX-183453</a:t>
            </a:r>
            <a:r>
              <a:rPr lang="en-US" sz="1200" b="1" i="0" u="sng" strike="noStrike" kern="1200" dirty="0">
                <a:effectLst/>
              </a:rPr>
              <a:t> : </a:t>
            </a:r>
            <a:r>
              <a:rPr lang="fr-FR" sz="1200" b="1" i="0" dirty="0">
                <a:effectLst/>
              </a:rPr>
              <a:t>PFU Fail on </a:t>
            </a:r>
            <a:r>
              <a:rPr lang="fr-FR" sz="1200" b="1" i="0" dirty="0" err="1">
                <a:effectLst/>
              </a:rPr>
              <a:t>node</a:t>
            </a:r>
            <a:r>
              <a:rPr lang="fr-FR" sz="1200" b="1" i="0" dirty="0">
                <a:effectLst/>
              </a:rPr>
              <a:t> Rel 7.1.0</a:t>
            </a:r>
          </a:p>
          <a:p>
            <a:pPr marL="342900" indent="-342900" algn="l" rtl="0" eaLnBrk="1" fontAlgn="t" latinLnBrk="0" hangingPunct="1">
              <a:buFont typeface="+mj-lt"/>
              <a:buAutoNum type="arabicPeriod"/>
            </a:pPr>
            <a:r>
              <a:rPr lang="en-US" sz="1200" b="1" i="0" u="sng" strike="noStrike" kern="1200" dirty="0">
                <a:effectLst/>
                <a:hlinkClick r:id="rId5">
                  <a:extLst>
                    <a:ext uri="{A12FA001-AC4F-418D-AE19-62706E023703}">
                      <ahyp:hlinkClr xmlns:ahyp="http://schemas.microsoft.com/office/drawing/2018/hyperlinkcolor" val="tx"/>
                    </a:ext>
                  </a:extLst>
                </a:hlinkClick>
              </a:rPr>
              <a:t>GX-183253</a:t>
            </a:r>
            <a:r>
              <a:rPr lang="en-US" sz="1200" b="1" i="0" u="sng" strike="noStrike" kern="1200" dirty="0">
                <a:effectLst/>
              </a:rPr>
              <a:t>: </a:t>
            </a:r>
            <a:r>
              <a:rPr lang="en-US" sz="1200" b="1" u="sng" strike="noStrike" kern="1200" dirty="0"/>
              <a:t>C</a:t>
            </a:r>
            <a:r>
              <a:rPr lang="en-US" sz="1200" b="1" i="0" dirty="0">
                <a:effectLst/>
              </a:rPr>
              <a:t>HM6 1-7 PFU is failed at apply action in GX_R6.1.3</a:t>
            </a:r>
            <a:endParaRPr lang="en-US" sz="1200" b="1" i="0" u="none" strike="noStrike" dirty="0">
              <a:effectLst/>
            </a:endParaRPr>
          </a:p>
          <a:p>
            <a:pPr marL="342900" indent="-342900" algn="l" rtl="0" eaLnBrk="1" fontAlgn="t" latinLnBrk="0" hangingPunct="1">
              <a:buFont typeface="+mj-lt"/>
              <a:buAutoNum type="arabicPeriod"/>
            </a:pPr>
            <a:r>
              <a:rPr lang="en-US" sz="1200" b="1" i="0" u="sng" strike="noStrike" kern="1200" dirty="0">
                <a:effectLst/>
                <a:hlinkClick r:id="rId6">
                  <a:extLst>
                    <a:ext uri="{A12FA001-AC4F-418D-AE19-62706E023703}">
                      <ahyp:hlinkClr xmlns:ahyp="http://schemas.microsoft.com/office/drawing/2018/hyperlinkcolor" val="tx"/>
                    </a:ext>
                  </a:extLst>
                </a:hlinkClick>
              </a:rPr>
              <a:t>GX-182504</a:t>
            </a:r>
            <a:r>
              <a:rPr lang="en-US" sz="1200" b="1" i="0" u="sng" strike="noStrike" kern="1200" dirty="0">
                <a:effectLst/>
              </a:rPr>
              <a:t>: </a:t>
            </a:r>
            <a:r>
              <a:rPr lang="en-US" sz="1200" b="1" i="0" dirty="0">
                <a:effectLst/>
              </a:rPr>
              <a:t>FPU failed with memory usage check failed in GX_R7.1.1</a:t>
            </a:r>
            <a:endParaRPr lang="en-US" sz="1200" b="1" i="0" u="none" strike="noStrike" dirty="0">
              <a:effectLst/>
            </a:endParaRPr>
          </a:p>
          <a:p>
            <a:pPr marL="342900" indent="-342900" algn="l" rtl="0" eaLnBrk="1" fontAlgn="t" latinLnBrk="0" hangingPunct="1">
              <a:buFont typeface="+mj-lt"/>
              <a:buAutoNum type="arabicPeriod"/>
            </a:pPr>
            <a:r>
              <a:rPr lang="en-US" sz="1200" b="1" i="0" u="sng" strike="noStrike" kern="1200" dirty="0">
                <a:effectLst/>
                <a:hlinkClick r:id="rId7">
                  <a:extLst>
                    <a:ext uri="{A12FA001-AC4F-418D-AE19-62706E023703}">
                      <ahyp:hlinkClr xmlns:ahyp="http://schemas.microsoft.com/office/drawing/2018/hyperlinkcolor" val="tx"/>
                    </a:ext>
                  </a:extLst>
                </a:hlinkClick>
              </a:rPr>
              <a:t>GX-174292</a:t>
            </a:r>
            <a:r>
              <a:rPr lang="en-US" sz="1200" b="1" i="0" u="sng" strike="noStrike" kern="1200" dirty="0">
                <a:effectLst/>
              </a:rPr>
              <a:t>: </a:t>
            </a:r>
            <a:r>
              <a:rPr lang="en-US" sz="1200" b="1" i="0" dirty="0">
                <a:effectLst/>
              </a:rPr>
              <a:t>FW-INSTAL-FAIL after upgrade from R5.2.2 to R6.1.6</a:t>
            </a:r>
            <a:endParaRPr lang="en-US" sz="1200" b="1" i="0" u="none" strike="noStrike" dirty="0">
              <a:effectLst/>
            </a:endParaRPr>
          </a:p>
          <a:p>
            <a:pPr marL="342900" indent="-342900" algn="l" rtl="0" eaLnBrk="1" fontAlgn="t" latinLnBrk="0" hangingPunct="1">
              <a:buFont typeface="+mj-lt"/>
              <a:buAutoNum type="arabicPeriod"/>
            </a:pPr>
            <a:r>
              <a:rPr lang="en-US" sz="1200" b="1" i="0" u="sng" strike="noStrike" kern="1200" dirty="0">
                <a:effectLst/>
                <a:hlinkClick r:id="rId8">
                  <a:extLst>
                    <a:ext uri="{A12FA001-AC4F-418D-AE19-62706E023703}">
                      <ahyp:hlinkClr xmlns:ahyp="http://schemas.microsoft.com/office/drawing/2018/hyperlinkcolor" val="tx"/>
                    </a:ext>
                  </a:extLst>
                </a:hlinkClick>
              </a:rPr>
              <a:t>GX-171516</a:t>
            </a:r>
            <a:r>
              <a:rPr lang="en-US" sz="1200" b="1" i="0" u="sng" strike="noStrike" kern="1200" dirty="0">
                <a:effectLst/>
              </a:rPr>
              <a:t>: </a:t>
            </a:r>
            <a:r>
              <a:rPr lang="en-US" sz="1200" b="1" i="0" dirty="0">
                <a:effectLst/>
              </a:rPr>
              <a:t>FW-INSTAL-FAIL after upgrade from R5.2.2 to R6.1.6</a:t>
            </a:r>
          </a:p>
          <a:p>
            <a:pPr fontAlgn="t"/>
            <a:r>
              <a:rPr lang="en-US" sz="900" i="1" dirty="0"/>
              <a:t>*</a:t>
            </a:r>
            <a:r>
              <a:rPr lang="en-US" sz="1000" i="1" dirty="0"/>
              <a:t>All bugs except GX-180699 which was on LC and all others on NXP.</a:t>
            </a:r>
          </a:p>
          <a:p>
            <a:pPr algn="l" rtl="0" eaLnBrk="1" fontAlgn="t" latinLnBrk="0" hangingPunct="1"/>
            <a:endParaRPr lang="en-US" sz="1200" b="1" u="sng" dirty="0">
              <a:solidFill>
                <a:srgbClr val="172B4D"/>
              </a:solidFill>
              <a:latin typeface="-apple-system"/>
            </a:endParaRPr>
          </a:p>
          <a:p>
            <a:r>
              <a:rPr lang="en-US" sz="1200" b="1" u="sng" dirty="0"/>
              <a:t>Development:</a:t>
            </a:r>
            <a:endParaRPr lang="en-US" sz="1200" dirty="0"/>
          </a:p>
          <a:p>
            <a:pPr marL="228600" indent="-228600">
              <a:buFont typeface="+mj-lt"/>
              <a:buAutoNum type="arabicPeriod"/>
            </a:pPr>
            <a:r>
              <a:rPr lang="en-US" sz="1200" dirty="0"/>
              <a:t>Characterize every flash/RAM limits by stressing for each component separately in UT.</a:t>
            </a:r>
          </a:p>
          <a:p>
            <a:pPr marL="228600" indent="-228600">
              <a:buFont typeface="+mj-lt"/>
              <a:buAutoNum type="arabicPeriod"/>
            </a:pPr>
            <a:r>
              <a:rPr lang="en-US" sz="1200" dirty="0"/>
              <a:t>Implement auto-recovery (watchdogs)/alarming for such failures wherever needed.</a:t>
            </a:r>
          </a:p>
          <a:p>
            <a:pPr marL="228600" indent="-228600">
              <a:buFont typeface="+mj-lt"/>
              <a:buAutoNum type="arabicPeriod"/>
            </a:pPr>
            <a:r>
              <a:rPr lang="en-US" sz="1200" dirty="0"/>
              <a:t>Demarcate each flash/RAM failure and make sure they are NSA.</a:t>
            </a:r>
          </a:p>
          <a:p>
            <a:endParaRPr lang="en-US" sz="1200" dirty="0"/>
          </a:p>
          <a:p>
            <a:r>
              <a:rPr lang="en-US" sz="1200" b="1" u="sng" dirty="0"/>
              <a:t>Test:</a:t>
            </a:r>
            <a:endParaRPr lang="en-US" sz="1200" dirty="0"/>
          </a:p>
          <a:p>
            <a:pPr marL="228600" indent="-228600">
              <a:buFont typeface="+mj-lt"/>
              <a:buAutoNum type="arabicPeriod"/>
            </a:pPr>
            <a:r>
              <a:rPr lang="en-US" sz="1200" dirty="0"/>
              <a:t>Need a release-on-release matrix to measure these (continuous).</a:t>
            </a:r>
          </a:p>
          <a:p>
            <a:pPr marL="228600" indent="-228600">
              <a:buFont typeface="+mj-lt"/>
              <a:buAutoNum type="arabicPeriod"/>
            </a:pPr>
            <a:r>
              <a:rPr lang="en-US" sz="1200" dirty="0"/>
              <a:t>Carry out upgrades with such stressed situations.</a:t>
            </a:r>
          </a:p>
          <a:p>
            <a:pPr algn="l" rtl="0" eaLnBrk="1" fontAlgn="t" latinLnBrk="0" hangingPunct="1"/>
            <a:endParaRPr lang="en-US" sz="1200" b="1" u="sng" dirty="0">
              <a:solidFill>
                <a:srgbClr val="0563C1"/>
              </a:solidFill>
              <a:latin typeface="Calibri" panose="020F0502020204030204" pitchFamily="34" charset="0"/>
            </a:endParaRPr>
          </a:p>
          <a:p>
            <a:pPr marL="342900" indent="-342900">
              <a:buFont typeface="+mj-lt"/>
              <a:buAutoNum type="arabicPeriod"/>
            </a:pPr>
            <a:endParaRPr lang="en-US" sz="1000" b="0" i="0" u="sng" strike="noStrike" kern="1200" dirty="0">
              <a:solidFill>
                <a:srgbClr val="0563C1"/>
              </a:solidFill>
              <a:effectLst/>
              <a:latin typeface="Calibri" panose="020F0502020204030204" pitchFamily="34" charset="0"/>
            </a:endParaRPr>
          </a:p>
        </p:txBody>
      </p:sp>
    </p:spTree>
    <p:extLst>
      <p:ext uri="{BB962C8B-B14F-4D97-AF65-F5344CB8AC3E}">
        <p14:creationId xmlns:p14="http://schemas.microsoft.com/office/powerpoint/2010/main" val="2007879841"/>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4D96210-49ED-1624-6F33-91BA6D1569CB}"/>
              </a:ext>
            </a:extLst>
          </p:cNvPr>
          <p:cNvSpPr>
            <a:spLocks noGrp="1"/>
          </p:cNvSpPr>
          <p:nvPr>
            <p:ph type="title"/>
          </p:nvPr>
        </p:nvSpPr>
        <p:spPr/>
        <p:txBody>
          <a:bodyPr/>
          <a:lstStyle/>
          <a:p>
            <a:r>
              <a:rPr lang="en-US" dirty="0"/>
              <a:t>Backward compatibility over new release</a:t>
            </a:r>
          </a:p>
        </p:txBody>
      </p:sp>
      <p:sp>
        <p:nvSpPr>
          <p:cNvPr id="8" name="TextBox 7">
            <a:extLst>
              <a:ext uri="{FF2B5EF4-FFF2-40B4-BE49-F238E27FC236}">
                <a16:creationId xmlns:a16="http://schemas.microsoft.com/office/drawing/2014/main" id="{D0F98089-CCEB-2030-25B4-7640711F1695}"/>
              </a:ext>
            </a:extLst>
          </p:cNvPr>
          <p:cNvSpPr txBox="1"/>
          <p:nvPr/>
        </p:nvSpPr>
        <p:spPr>
          <a:xfrm>
            <a:off x="296611" y="891617"/>
            <a:ext cx="8740597" cy="3200876"/>
          </a:xfrm>
          <a:prstGeom prst="rect">
            <a:avLst/>
          </a:prstGeom>
          <a:noFill/>
          <a:ln>
            <a:noFill/>
          </a:ln>
        </p:spPr>
        <p:txBody>
          <a:bodyPr wrap="square">
            <a:spAutoFit/>
          </a:bodyPr>
          <a:lstStyle/>
          <a:p>
            <a:r>
              <a:rPr lang="en-US" sz="1400" b="1" u="sng" dirty="0"/>
              <a:t>Problem statement:</a:t>
            </a:r>
          </a:p>
          <a:p>
            <a:r>
              <a:rPr lang="en-US" sz="1200" dirty="0"/>
              <a:t>Customers use automation which needs backward compatibility as a requirement.</a:t>
            </a:r>
          </a:p>
          <a:p>
            <a:endParaRPr lang="en-US" sz="1000" dirty="0"/>
          </a:p>
          <a:p>
            <a:pPr marL="342900" indent="-342900">
              <a:buFont typeface="+mj-lt"/>
              <a:buAutoNum type="arabicPeriod"/>
            </a:pPr>
            <a:r>
              <a:rPr lang="en-US" sz="1200" b="1" i="0" u="sng" strike="noStrike" dirty="0">
                <a:effectLst/>
                <a:hlinkClick r:id="rId3">
                  <a:extLst>
                    <a:ext uri="{A12FA001-AC4F-418D-AE19-62706E023703}">
                      <ahyp:hlinkClr xmlns:ahyp="http://schemas.microsoft.com/office/drawing/2018/hyperlinkcolor" val="tx"/>
                    </a:ext>
                  </a:extLst>
                </a:hlinkClick>
              </a:rPr>
              <a:t>GX-163967</a:t>
            </a:r>
            <a:r>
              <a:rPr lang="en-US" sz="1200" b="0" i="0" u="sng" strike="noStrike" dirty="0">
                <a:effectLst/>
              </a:rPr>
              <a:t> :</a:t>
            </a:r>
            <a:r>
              <a:rPr lang="en-US" sz="1200" b="1" dirty="0"/>
              <a:t>Dual carrier SCH creation CLI command broken after SW upgrade from R5.2-102 to R6.2.0.</a:t>
            </a:r>
          </a:p>
          <a:p>
            <a:pPr marL="342900" indent="-342900">
              <a:buFont typeface="+mj-lt"/>
              <a:buAutoNum type="arabicPeriod"/>
            </a:pPr>
            <a:r>
              <a:rPr lang="en-US" sz="1200" b="1" i="0" u="sng" strike="noStrike" dirty="0">
                <a:effectLst/>
                <a:hlinkClick r:id="rId4">
                  <a:extLst>
                    <a:ext uri="{A12FA001-AC4F-418D-AE19-62706E023703}">
                      <ahyp:hlinkClr xmlns:ahyp="http://schemas.microsoft.com/office/drawing/2018/hyperlinkcolor" val="tx"/>
                    </a:ext>
                  </a:extLst>
                </a:hlinkClick>
              </a:rPr>
              <a:t>GX-140166</a:t>
            </a:r>
            <a:r>
              <a:rPr lang="en-US" sz="1200" b="1" i="0" u="sng" strike="noStrike" dirty="0">
                <a:effectLst/>
              </a:rPr>
              <a:t>: </a:t>
            </a:r>
            <a:r>
              <a:rPr lang="en-US" sz="1200" b="1" dirty="0"/>
              <a:t>IKE Peer in R7 does not work in GX_R7.0.0.</a:t>
            </a:r>
          </a:p>
          <a:p>
            <a:pPr marL="342900" indent="-342900">
              <a:buFont typeface="+mj-lt"/>
              <a:buAutoNum type="arabicPeriod"/>
            </a:pPr>
            <a:endParaRPr lang="en-US" sz="1200" b="1" dirty="0"/>
          </a:p>
          <a:p>
            <a:r>
              <a:rPr lang="en-US" sz="1200" b="1" u="sng" dirty="0"/>
              <a:t>Development:</a:t>
            </a:r>
          </a:p>
          <a:p>
            <a:pPr marL="228600" indent="-228600">
              <a:buFont typeface="+mj-lt"/>
              <a:buAutoNum type="arabicPeriod"/>
            </a:pPr>
            <a:r>
              <a:rPr lang="en-US" sz="1200" dirty="0"/>
              <a:t>While developing new features/changes around a deployed configuration or addition to it, make sure we have backward compatibility or provide a Pre-Upgrade check for the same.</a:t>
            </a:r>
          </a:p>
          <a:p>
            <a:pPr marL="228600" indent="-228600">
              <a:buFont typeface="+mj-lt"/>
              <a:buAutoNum type="arabicPeriod"/>
            </a:pPr>
            <a:r>
              <a:rPr lang="en-US" sz="1200" dirty="0"/>
              <a:t>During the upgrade period, provide a conceptual ‘lock’ that prevents any kind of traffic impacting configuration change from occurring. To be meaningful this lock should go down as low as possible down the software stack.</a:t>
            </a:r>
          </a:p>
          <a:p>
            <a:endParaRPr lang="en-US" sz="1000" dirty="0"/>
          </a:p>
          <a:p>
            <a:r>
              <a:rPr lang="en-US" sz="1200" b="1" u="sng" dirty="0"/>
              <a:t>Test:</a:t>
            </a:r>
          </a:p>
          <a:p>
            <a:pPr marL="228600" indent="-228600">
              <a:buFont typeface="+mj-lt"/>
              <a:buAutoNum type="arabicPeriod"/>
            </a:pPr>
            <a:r>
              <a:rPr lang="en-US" sz="1200" dirty="0"/>
              <a:t>CL based system testing for any changes in NBIs (tacking specific file changes having definitions).</a:t>
            </a:r>
          </a:p>
          <a:p>
            <a:pPr marL="228600" indent="-228600">
              <a:buFont typeface="+mj-lt"/>
              <a:buAutoNum type="arabicPeriod"/>
            </a:pPr>
            <a:r>
              <a:rPr lang="en-US" sz="1200" dirty="0"/>
              <a:t>Have a list of all possible important CLI commands with "Actions" i.e., ADD in this case and check them for completion and validate success.</a:t>
            </a:r>
          </a:p>
          <a:p>
            <a:pPr marL="228600" indent="-228600">
              <a:buFont typeface="+mj-lt"/>
              <a:buAutoNum type="arabicPeriod"/>
            </a:pPr>
            <a:r>
              <a:rPr lang="en-US" sz="1200" dirty="0"/>
              <a:t>All </a:t>
            </a:r>
            <a:r>
              <a:rPr lang="en-US" sz="1200" dirty="0" err="1"/>
              <a:t>enum</a:t>
            </a:r>
            <a:r>
              <a:rPr lang="en-US" sz="1200" dirty="0"/>
              <a:t> checks as regression with validation for success.</a:t>
            </a:r>
          </a:p>
        </p:txBody>
      </p:sp>
    </p:spTree>
    <p:extLst>
      <p:ext uri="{BB962C8B-B14F-4D97-AF65-F5344CB8AC3E}">
        <p14:creationId xmlns:p14="http://schemas.microsoft.com/office/powerpoint/2010/main" val="133737936"/>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699BF-0375-F747-3137-03C0A0B7B73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42BD8F5-9FB4-E9DA-74AF-E02D711E039B}"/>
              </a:ext>
            </a:extLst>
          </p:cNvPr>
          <p:cNvSpPr>
            <a:spLocks noGrp="1"/>
          </p:cNvSpPr>
          <p:nvPr>
            <p:ph type="title"/>
          </p:nvPr>
        </p:nvSpPr>
        <p:spPr/>
        <p:txBody>
          <a:bodyPr/>
          <a:lstStyle/>
          <a:p>
            <a:r>
              <a:rPr lang="en-US" dirty="0"/>
              <a:t>High CPU loading</a:t>
            </a:r>
          </a:p>
        </p:txBody>
      </p:sp>
      <p:sp>
        <p:nvSpPr>
          <p:cNvPr id="2" name="TextBox 1">
            <a:extLst>
              <a:ext uri="{FF2B5EF4-FFF2-40B4-BE49-F238E27FC236}">
                <a16:creationId xmlns:a16="http://schemas.microsoft.com/office/drawing/2014/main" id="{75E279D5-E8FD-5596-BC53-EC1B9DD40211}"/>
              </a:ext>
            </a:extLst>
          </p:cNvPr>
          <p:cNvSpPr txBox="1"/>
          <p:nvPr/>
        </p:nvSpPr>
        <p:spPr>
          <a:xfrm>
            <a:off x="417531" y="850394"/>
            <a:ext cx="8637759" cy="3897106"/>
          </a:xfrm>
          <a:prstGeom prst="rect">
            <a:avLst/>
          </a:prstGeom>
          <a:noFill/>
          <a:ln>
            <a:noFill/>
          </a:ln>
        </p:spPr>
        <p:txBody>
          <a:bodyPr wrap="none" lIns="0" tIns="0" rIns="0" bIns="0" rtlCol="0">
            <a:noAutofit/>
          </a:bodyPr>
          <a:lstStyle/>
          <a:p>
            <a:r>
              <a:rPr lang="en-US" sz="1400" b="1" u="sng" dirty="0"/>
              <a:t>Problem</a:t>
            </a:r>
            <a:r>
              <a:rPr lang="en-US" sz="1000" b="1" u="sng" dirty="0"/>
              <a:t> </a:t>
            </a:r>
            <a:r>
              <a:rPr lang="en-US" sz="1400" b="1" u="sng" dirty="0"/>
              <a:t>statement</a:t>
            </a:r>
            <a:r>
              <a:rPr lang="en-US" sz="1000" b="1" u="sng" dirty="0"/>
              <a:t>:</a:t>
            </a:r>
          </a:p>
          <a:p>
            <a:r>
              <a:rPr lang="en-US" sz="1200" dirty="0"/>
              <a:t>Introducing new features/framework changes takes some toll on CPU. Unavailability of any may result in upgrade failures.</a:t>
            </a:r>
          </a:p>
          <a:p>
            <a:endParaRPr lang="en-US" sz="1000" dirty="0"/>
          </a:p>
          <a:p>
            <a:pPr marL="342900" indent="-342900">
              <a:buFont typeface="+mj-lt"/>
              <a:buAutoNum type="arabicPeriod"/>
            </a:pPr>
            <a:r>
              <a:rPr lang="en-US" sz="1200" b="1" i="0" u="sng" strike="noStrike" dirty="0">
                <a:solidFill>
                  <a:srgbClr val="0563C1"/>
                </a:solidFill>
                <a:effectLst/>
                <a:hlinkClick r:id="rId3"/>
              </a:rPr>
              <a:t>GX-157912</a:t>
            </a:r>
            <a:r>
              <a:rPr lang="en-US" sz="1200" b="1" u="sng" dirty="0">
                <a:solidFill>
                  <a:srgbClr val="0563C1"/>
                </a:solidFill>
              </a:rPr>
              <a:t>: </a:t>
            </a:r>
            <a:r>
              <a:rPr lang="en-US" sz="1200" b="1" i="0" dirty="0">
                <a:solidFill>
                  <a:srgbClr val="172B4D"/>
                </a:solidFill>
                <a:effectLst/>
              </a:rPr>
              <a:t>2 nodes apply phase has failed due to CHM6_base_os install failure as well as </a:t>
            </a:r>
            <a:r>
              <a:rPr lang="en-US" sz="1200" b="1" i="0" dirty="0" err="1">
                <a:solidFill>
                  <a:srgbClr val="172B4D"/>
                </a:solidFill>
                <a:effectLst/>
              </a:rPr>
              <a:t>Secproc</a:t>
            </a:r>
            <a:r>
              <a:rPr lang="en-US" sz="1200" b="1" i="0" dirty="0">
                <a:solidFill>
                  <a:srgbClr val="172B4D"/>
                </a:solidFill>
                <a:effectLst/>
              </a:rPr>
              <a:t> download failure</a:t>
            </a:r>
          </a:p>
          <a:p>
            <a:pPr marL="342900" indent="-342900">
              <a:buFont typeface="+mj-lt"/>
              <a:buAutoNum type="arabicPeriod"/>
            </a:pPr>
            <a:endParaRPr lang="en-US" sz="1200" b="1" i="0" dirty="0">
              <a:solidFill>
                <a:srgbClr val="172B4D"/>
              </a:solidFill>
              <a:effectLst/>
              <a:latin typeface="-apple-system"/>
            </a:endParaRPr>
          </a:p>
          <a:p>
            <a:r>
              <a:rPr lang="en-US" sz="1200" b="1" u="sng" dirty="0"/>
              <a:t>Development:</a:t>
            </a:r>
            <a:endParaRPr lang="en-US" sz="1200" dirty="0"/>
          </a:p>
          <a:p>
            <a:pPr marL="228600" indent="-228600">
              <a:buFont typeface="+mj-lt"/>
              <a:buAutoNum type="arabicPeriod"/>
            </a:pPr>
            <a:r>
              <a:rPr lang="en-US" sz="1200" dirty="0"/>
              <a:t>Characterize CPU limits by stressing each CPU separately in UT.</a:t>
            </a:r>
          </a:p>
          <a:p>
            <a:pPr marL="228600" indent="-228600">
              <a:buFont typeface="+mj-lt"/>
              <a:buAutoNum type="arabicPeriod"/>
            </a:pPr>
            <a:r>
              <a:rPr lang="en-US" sz="1200" dirty="0"/>
              <a:t>Demarcate each CPU failure and implement auto-recovery (watchdogs)/alarming.</a:t>
            </a:r>
          </a:p>
          <a:p>
            <a:endParaRPr lang="en-US" sz="1200" b="1" i="0" dirty="0">
              <a:solidFill>
                <a:srgbClr val="172B4D"/>
              </a:solidFill>
              <a:effectLst/>
              <a:latin typeface="-apple-system"/>
            </a:endParaRPr>
          </a:p>
          <a:p>
            <a:pPr marL="342900" indent="-342900">
              <a:buFont typeface="+mj-lt"/>
              <a:buAutoNum type="arabicPeriod"/>
            </a:pPr>
            <a:endParaRPr lang="en-US" sz="1000" b="0" i="0" u="sng" strike="noStrike" kern="1200" dirty="0">
              <a:solidFill>
                <a:srgbClr val="0563C1"/>
              </a:solidFill>
              <a:effectLst/>
              <a:latin typeface="Calibri" panose="020F0502020204030204" pitchFamily="34" charset="0"/>
            </a:endParaRPr>
          </a:p>
        </p:txBody>
      </p:sp>
      <p:sp>
        <p:nvSpPr>
          <p:cNvPr id="10" name="TextBox 9">
            <a:extLst>
              <a:ext uri="{FF2B5EF4-FFF2-40B4-BE49-F238E27FC236}">
                <a16:creationId xmlns:a16="http://schemas.microsoft.com/office/drawing/2014/main" id="{894BB9D2-8EBA-407C-79A5-1B3603CA2C2F}"/>
              </a:ext>
            </a:extLst>
          </p:cNvPr>
          <p:cNvSpPr txBox="1"/>
          <p:nvPr/>
        </p:nvSpPr>
        <p:spPr>
          <a:xfrm>
            <a:off x="219474" y="4380300"/>
            <a:ext cx="8277969" cy="369332"/>
          </a:xfrm>
          <a:prstGeom prst="rect">
            <a:avLst/>
          </a:prstGeom>
          <a:noFill/>
          <a:ln>
            <a:noFill/>
          </a:ln>
        </p:spPr>
        <p:txBody>
          <a:bodyPr wrap="square">
            <a:spAutoFit/>
          </a:bodyPr>
          <a:lstStyle/>
          <a:p>
            <a:pPr marL="342900" indent="-342900">
              <a:buFont typeface="+mj-lt"/>
              <a:buAutoNum type="arabicPeriod"/>
            </a:pPr>
            <a:endParaRPr lang="en-US" sz="1800" b="0" i="0" u="sng" strike="noStrike" kern="1200" dirty="0">
              <a:solidFill>
                <a:srgbClr val="0563C1"/>
              </a:solidFill>
              <a:effectLst/>
              <a:latin typeface="Calibri" panose="020F0502020204030204" pitchFamily="34" charset="0"/>
            </a:endParaRPr>
          </a:p>
        </p:txBody>
      </p:sp>
    </p:spTree>
    <p:extLst>
      <p:ext uri="{BB962C8B-B14F-4D97-AF65-F5344CB8AC3E}">
        <p14:creationId xmlns:p14="http://schemas.microsoft.com/office/powerpoint/2010/main" val="2313391474"/>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9C671-23AD-EE91-5D87-851EE9A7104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48B443-784A-5514-0A2D-71897FA63D5F}"/>
              </a:ext>
            </a:extLst>
          </p:cNvPr>
          <p:cNvSpPr>
            <a:spLocks noGrp="1"/>
          </p:cNvSpPr>
          <p:nvPr>
            <p:ph type="title"/>
          </p:nvPr>
        </p:nvSpPr>
        <p:spPr/>
        <p:txBody>
          <a:bodyPr/>
          <a:lstStyle/>
          <a:p>
            <a:r>
              <a:rPr lang="en-US" dirty="0"/>
              <a:t>Stress/Negative scenarios in NBI interfaces</a:t>
            </a:r>
          </a:p>
        </p:txBody>
      </p:sp>
      <p:sp>
        <p:nvSpPr>
          <p:cNvPr id="2" name="TextBox 1">
            <a:extLst>
              <a:ext uri="{FF2B5EF4-FFF2-40B4-BE49-F238E27FC236}">
                <a16:creationId xmlns:a16="http://schemas.microsoft.com/office/drawing/2014/main" id="{7869E2B2-E12C-F41C-6976-8E879FE9B8BD}"/>
              </a:ext>
            </a:extLst>
          </p:cNvPr>
          <p:cNvSpPr txBox="1"/>
          <p:nvPr/>
        </p:nvSpPr>
        <p:spPr>
          <a:xfrm>
            <a:off x="417531" y="946800"/>
            <a:ext cx="7708900" cy="3249900"/>
          </a:xfrm>
          <a:prstGeom prst="rect">
            <a:avLst/>
          </a:prstGeom>
          <a:noFill/>
          <a:ln>
            <a:noFill/>
          </a:ln>
        </p:spPr>
        <p:txBody>
          <a:bodyPr wrap="none" lIns="0" tIns="0" rIns="0" bIns="0" rtlCol="0">
            <a:noAutofit/>
          </a:bodyPr>
          <a:lstStyle/>
          <a:p>
            <a:r>
              <a:rPr lang="en-US" sz="1400" b="1" u="sng" dirty="0"/>
              <a:t>Problem statement:</a:t>
            </a:r>
          </a:p>
          <a:p>
            <a:r>
              <a:rPr lang="en-US" sz="1200" dirty="0"/>
              <a:t>Customers use NBI in their own ways choking our NEs sometimes if not used efficiently.</a:t>
            </a:r>
          </a:p>
          <a:p>
            <a:r>
              <a:rPr lang="en-US" sz="1200" dirty="0"/>
              <a:t>Often challenging to explain customers if the use-case is valid or not.</a:t>
            </a:r>
          </a:p>
          <a:p>
            <a:endParaRPr lang="en-US" sz="1000" dirty="0"/>
          </a:p>
          <a:p>
            <a:pPr marL="342900" indent="-342900">
              <a:buFont typeface="+mj-lt"/>
              <a:buAutoNum type="arabicPeriod"/>
            </a:pPr>
            <a:r>
              <a:rPr lang="en-US" sz="1200" b="1" i="0" u="sng" strike="noStrike" dirty="0">
                <a:effectLst/>
                <a:hlinkClick r:id="rId3">
                  <a:extLst>
                    <a:ext uri="{A12FA001-AC4F-418D-AE19-62706E023703}">
                      <ahyp:hlinkClr xmlns:ahyp="http://schemas.microsoft.com/office/drawing/2018/hyperlinkcolor" val="tx"/>
                    </a:ext>
                  </a:extLst>
                </a:hlinkClick>
              </a:rPr>
              <a:t>GX-180871</a:t>
            </a:r>
            <a:r>
              <a:rPr lang="en-US" sz="1200" b="1" u="sng" dirty="0"/>
              <a:t>: </a:t>
            </a:r>
            <a:r>
              <a:rPr lang="en-US" sz="1200" b="1" dirty="0"/>
              <a:t>After upgrade to R7.1 NE lost management in GX_R7.1.0</a:t>
            </a:r>
          </a:p>
          <a:p>
            <a:pPr marL="342900" indent="-342900">
              <a:buFont typeface="+mj-lt"/>
              <a:buAutoNum type="arabicPeriod"/>
            </a:pPr>
            <a:endParaRPr lang="en-US" sz="1200" b="1" dirty="0"/>
          </a:p>
          <a:p>
            <a:r>
              <a:rPr lang="en-US" sz="1200" b="1" u="sng" dirty="0"/>
              <a:t>Development:</a:t>
            </a:r>
            <a:endParaRPr lang="en-US" sz="1200" dirty="0"/>
          </a:p>
          <a:p>
            <a:pPr marL="228600" indent="-228600">
              <a:buFont typeface="+mj-lt"/>
              <a:buAutoNum type="arabicPeriod"/>
            </a:pPr>
            <a:r>
              <a:rPr lang="en-US" sz="1200" dirty="0"/>
              <a:t>Characterize limits by stressing each NBI separately using automation in UT.</a:t>
            </a:r>
          </a:p>
          <a:p>
            <a:pPr marL="228600" indent="-228600">
              <a:buFont typeface="+mj-lt"/>
              <a:buAutoNum type="arabicPeriod"/>
            </a:pPr>
            <a:r>
              <a:rPr lang="en-US" sz="1200" dirty="0"/>
              <a:t>Possible for limit the same in SW for alarming?</a:t>
            </a:r>
          </a:p>
          <a:p>
            <a:pPr marL="228600" indent="-228600">
              <a:buFont typeface="+mj-lt"/>
              <a:buAutoNum type="arabicPeriod"/>
            </a:pPr>
            <a:endParaRPr lang="en-US" sz="1000" dirty="0"/>
          </a:p>
          <a:p>
            <a:r>
              <a:rPr lang="en-US" sz="1200" b="1" u="sng" dirty="0"/>
              <a:t>Test:</a:t>
            </a:r>
          </a:p>
          <a:p>
            <a:pPr marL="228600" indent="-228600">
              <a:buFont typeface="+mj-lt"/>
              <a:buAutoNum type="arabicPeriod"/>
            </a:pPr>
            <a:r>
              <a:rPr lang="en-US" sz="1000" dirty="0"/>
              <a:t>Char</a:t>
            </a:r>
            <a:r>
              <a:rPr lang="en-US" sz="1200" dirty="0"/>
              <a:t>acterize limits by stressing All NBIs together using automation.</a:t>
            </a:r>
          </a:p>
          <a:p>
            <a:pPr marL="228600" indent="-228600">
              <a:buFont typeface="+mj-lt"/>
              <a:buAutoNum type="arabicPeriod"/>
            </a:pPr>
            <a:r>
              <a:rPr lang="en-US" sz="1200" dirty="0"/>
              <a:t>Need a release-on-release matrix to measure these (continuous).</a:t>
            </a:r>
          </a:p>
          <a:p>
            <a:pPr marL="228600" indent="-228600">
              <a:buFont typeface="+mj-lt"/>
              <a:buAutoNum type="arabicPeriod"/>
            </a:pPr>
            <a:r>
              <a:rPr lang="en-US" sz="1200" dirty="0"/>
              <a:t>Test specifically on cards which have low memory/RAM and less CPU specifications as NCs.</a:t>
            </a:r>
          </a:p>
          <a:p>
            <a:pPr marL="228600" indent="-228600">
              <a:buFont typeface="+mj-lt"/>
              <a:buAutoNum type="arabicPeriod"/>
            </a:pPr>
            <a:r>
              <a:rPr lang="en-US" sz="1200" dirty="0"/>
              <a:t>Carry out upgrades with such stressed situations.</a:t>
            </a:r>
          </a:p>
          <a:p>
            <a:pPr marL="0" marR="0" indent="0" algn="l" defTabSz="180000" rtl="0" eaLnBrk="1" fontAlgn="auto" latinLnBrk="0" hangingPunct="1">
              <a:lnSpc>
                <a:spcPct val="100000"/>
              </a:lnSpc>
              <a:spcBef>
                <a:spcPts val="0"/>
              </a:spcBef>
              <a:spcAft>
                <a:spcPts val="0"/>
              </a:spcAft>
              <a:buClrTx/>
              <a:buSzTx/>
              <a:buFont typeface="+mj-lt"/>
              <a:buNone/>
              <a:tabLst>
                <a:tab pos="180000" algn="l"/>
              </a:tabLst>
            </a:pPr>
            <a:endParaRPr kumimoji="0" lang="en-US" sz="1000" b="0" i="0" u="none" strike="noStrike" kern="1200" cap="none" spc="0" normalizeH="0" baseline="0" noProof="0" dirty="0">
              <a:ln>
                <a:noFill/>
              </a:ln>
              <a:solidFill>
                <a:schemeClr val="tx1"/>
              </a:solidFill>
              <a:effectLst/>
              <a:uLnTx/>
              <a:uFillTx/>
              <a:latin typeface="Nokia Pure Text Light"/>
              <a:ea typeface="+mn-ea"/>
              <a:cs typeface="+mn-cs"/>
            </a:endParaRPr>
          </a:p>
        </p:txBody>
      </p:sp>
      <p:sp>
        <p:nvSpPr>
          <p:cNvPr id="10" name="TextBox 9">
            <a:extLst>
              <a:ext uri="{FF2B5EF4-FFF2-40B4-BE49-F238E27FC236}">
                <a16:creationId xmlns:a16="http://schemas.microsoft.com/office/drawing/2014/main" id="{B59B7A2D-08AE-FACF-F019-E678BA40C074}"/>
              </a:ext>
            </a:extLst>
          </p:cNvPr>
          <p:cNvSpPr txBox="1"/>
          <p:nvPr/>
        </p:nvSpPr>
        <p:spPr>
          <a:xfrm>
            <a:off x="219474" y="4380300"/>
            <a:ext cx="8277969" cy="369332"/>
          </a:xfrm>
          <a:prstGeom prst="rect">
            <a:avLst/>
          </a:prstGeom>
          <a:noFill/>
          <a:ln>
            <a:noFill/>
          </a:ln>
        </p:spPr>
        <p:txBody>
          <a:bodyPr wrap="square">
            <a:spAutoFit/>
          </a:bodyPr>
          <a:lstStyle/>
          <a:p>
            <a:pPr marL="342900" indent="-342900">
              <a:buFont typeface="+mj-lt"/>
              <a:buAutoNum type="arabicPeriod"/>
            </a:pPr>
            <a:endParaRPr lang="en-US" sz="1800" b="0" i="0" u="sng" strike="noStrike" kern="1200" dirty="0">
              <a:solidFill>
                <a:srgbClr val="0563C1"/>
              </a:solidFill>
              <a:effectLst/>
              <a:latin typeface="Calibri" panose="020F0502020204030204" pitchFamily="34" charset="0"/>
            </a:endParaRPr>
          </a:p>
        </p:txBody>
      </p:sp>
    </p:spTree>
    <p:extLst>
      <p:ext uri="{BB962C8B-B14F-4D97-AF65-F5344CB8AC3E}">
        <p14:creationId xmlns:p14="http://schemas.microsoft.com/office/powerpoint/2010/main" val="2642197831"/>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59E7B-E759-E9D6-85C0-4385A90E51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F06A4A-4FB8-BBEA-153E-CABF5BF14EE0}"/>
              </a:ext>
            </a:extLst>
          </p:cNvPr>
          <p:cNvSpPr>
            <a:spLocks noGrp="1"/>
          </p:cNvSpPr>
          <p:nvPr>
            <p:ph type="title"/>
          </p:nvPr>
        </p:nvSpPr>
        <p:spPr/>
        <p:txBody>
          <a:bodyPr/>
          <a:lstStyle/>
          <a:p>
            <a:r>
              <a:rPr lang="en-US" dirty="0"/>
              <a:t>Files/Packages/CLs missing/corrupted scenarios.</a:t>
            </a:r>
          </a:p>
        </p:txBody>
      </p:sp>
      <p:sp>
        <p:nvSpPr>
          <p:cNvPr id="2" name="TextBox 1">
            <a:extLst>
              <a:ext uri="{FF2B5EF4-FFF2-40B4-BE49-F238E27FC236}">
                <a16:creationId xmlns:a16="http://schemas.microsoft.com/office/drawing/2014/main" id="{F25F2E20-CA95-1581-7A16-D238EAE4C3DA}"/>
              </a:ext>
            </a:extLst>
          </p:cNvPr>
          <p:cNvSpPr txBox="1"/>
          <p:nvPr/>
        </p:nvSpPr>
        <p:spPr>
          <a:xfrm>
            <a:off x="417531" y="923492"/>
            <a:ext cx="8633028" cy="3517800"/>
          </a:xfrm>
          <a:prstGeom prst="rect">
            <a:avLst/>
          </a:prstGeom>
          <a:noFill/>
          <a:ln>
            <a:noFill/>
          </a:ln>
        </p:spPr>
        <p:txBody>
          <a:bodyPr wrap="none" lIns="0" tIns="0" rIns="0" bIns="0" rtlCol="0">
            <a:noAutofit/>
          </a:bodyPr>
          <a:lstStyle/>
          <a:p>
            <a:r>
              <a:rPr lang="en-US" sz="1400" b="1" u="sng" dirty="0"/>
              <a:t>Problem statement:</a:t>
            </a:r>
          </a:p>
          <a:p>
            <a:r>
              <a:rPr lang="en-US" sz="1200" dirty="0"/>
              <a:t>In some corner scenarios it’s possible to end up with missing packages on LCs/SCs.</a:t>
            </a:r>
          </a:p>
          <a:p>
            <a:endParaRPr lang="en-US" sz="1200" dirty="0"/>
          </a:p>
          <a:p>
            <a:pPr marL="342900" marR="0" indent="-342900" algn="l" defTabSz="180000" rtl="0" eaLnBrk="1" fontAlgn="auto" latinLnBrk="0" hangingPunct="1">
              <a:lnSpc>
                <a:spcPct val="100000"/>
              </a:lnSpc>
              <a:spcBef>
                <a:spcPts val="0"/>
              </a:spcBef>
              <a:spcAft>
                <a:spcPts val="0"/>
              </a:spcAft>
              <a:buClrTx/>
              <a:buSzTx/>
              <a:buFont typeface="+mj-lt"/>
              <a:buAutoNum type="arabicPeriod"/>
              <a:tabLst>
                <a:tab pos="180000" algn="l"/>
              </a:tabLst>
            </a:pPr>
            <a:r>
              <a:rPr lang="en-US" sz="1200" b="1" u="sng" dirty="0">
                <a:hlinkClick r:id="rId3">
                  <a:extLst>
                    <a:ext uri="{A12FA001-AC4F-418D-AE19-62706E023703}">
                      <ahyp:hlinkClr xmlns:ahyp="http://schemas.microsoft.com/office/drawing/2018/hyperlinkcolor" val="tx"/>
                    </a:ext>
                  </a:extLst>
                </a:hlinkClick>
              </a:rPr>
              <a:t>GX-183670</a:t>
            </a:r>
            <a:r>
              <a:rPr lang="en-US" sz="1200" b="1" u="sng" dirty="0"/>
              <a:t>: </a:t>
            </a:r>
            <a:r>
              <a:rPr lang="en-US" sz="1200" b="1" i="0" dirty="0">
                <a:effectLst/>
              </a:rPr>
              <a:t>Prepare for upgrade failed on node in GX_R6.1.3.</a:t>
            </a:r>
          </a:p>
          <a:p>
            <a:pPr marL="342900" indent="-342900" defTabSz="180000">
              <a:buFont typeface="+mj-lt"/>
              <a:buAutoNum type="arabicPeriod"/>
              <a:tabLst>
                <a:tab pos="180000" algn="l"/>
              </a:tabLst>
            </a:pPr>
            <a:r>
              <a:rPr lang="en-US" sz="1200" b="1" u="sng" dirty="0">
                <a:hlinkClick r:id="rId4">
                  <a:extLst>
                    <a:ext uri="{A12FA001-AC4F-418D-AE19-62706E023703}">
                      <ahyp:hlinkClr xmlns:ahyp="http://schemas.microsoft.com/office/drawing/2018/hyperlinkcolor" val="tx"/>
                    </a:ext>
                  </a:extLst>
                </a:hlinkClick>
              </a:rPr>
              <a:t>GX-132173</a:t>
            </a:r>
            <a:r>
              <a:rPr lang="en-US" sz="1200" b="1" u="sng" dirty="0"/>
              <a:t>: </a:t>
            </a:r>
            <a:r>
              <a:rPr lang="en-US" sz="1200" b="1" dirty="0"/>
              <a:t>Standby XMM4 installed with R6.1 is not upgrading to R6.1.3 automatically in Shelf chassis.</a:t>
            </a:r>
          </a:p>
          <a:p>
            <a:pPr marL="342900" indent="-342900" defTabSz="180000">
              <a:buFont typeface="+mj-lt"/>
              <a:buAutoNum type="arabicPeriod"/>
              <a:tabLst>
                <a:tab pos="180000" algn="l"/>
              </a:tabLst>
            </a:pPr>
            <a:r>
              <a:rPr lang="en-US" sz="1200" b="1" u="sng" dirty="0">
                <a:hlinkClick r:id="rId5">
                  <a:extLst>
                    <a:ext uri="{A12FA001-AC4F-418D-AE19-62706E023703}">
                      <ahyp:hlinkClr xmlns:ahyp="http://schemas.microsoft.com/office/drawing/2018/hyperlinkcolor" val="tx"/>
                    </a:ext>
                  </a:extLst>
                </a:hlinkClick>
              </a:rPr>
              <a:t>GX-163450</a:t>
            </a:r>
            <a:r>
              <a:rPr lang="en-US" sz="1200" b="1" u="sng" dirty="0"/>
              <a:t>: </a:t>
            </a:r>
            <a:r>
              <a:rPr lang="en-US" sz="1200" b="1" dirty="0"/>
              <a:t>Upgrade failing on G42 from R5.2.102 to R6.2.0-145</a:t>
            </a:r>
          </a:p>
          <a:p>
            <a:pPr defTabSz="180000">
              <a:tabLst>
                <a:tab pos="180000" algn="l"/>
              </a:tabLst>
            </a:pPr>
            <a:endParaRPr lang="en-US" sz="1800" b="1" dirty="0"/>
          </a:p>
          <a:p>
            <a:r>
              <a:rPr lang="en-US" sz="1200" b="1" u="sng" dirty="0"/>
              <a:t>Development:</a:t>
            </a:r>
            <a:endParaRPr lang="en-US" sz="1200" dirty="0"/>
          </a:p>
          <a:p>
            <a:pPr marL="228600" indent="-228600">
              <a:buFont typeface="+mj-lt"/>
              <a:buAutoNum type="arabicPeriod"/>
            </a:pPr>
            <a:r>
              <a:rPr lang="en-US" sz="1200" dirty="0"/>
              <a:t>If there are internal settings changing over releases, we should have an automated UT suite to regress such attributes every release.</a:t>
            </a:r>
          </a:p>
          <a:p>
            <a:pPr marL="228600" indent="-228600">
              <a:buFont typeface="+mj-lt"/>
              <a:buAutoNum type="arabicPeriod"/>
            </a:pPr>
            <a:r>
              <a:rPr lang="en-US" sz="1200" dirty="0"/>
              <a:t>Have auto recover for file corruptions/file missing/download fails (in this case apply instead of validate worked around).</a:t>
            </a:r>
          </a:p>
          <a:p>
            <a:pPr marL="228600" indent="-228600">
              <a:buFont typeface="+mj-lt"/>
              <a:buAutoNum type="arabicPeriod"/>
            </a:pPr>
            <a:r>
              <a:rPr lang="en-US" sz="1200" dirty="0"/>
              <a:t>Make sure if marking Duplicate, the fix CL is ported to the correct target release. </a:t>
            </a:r>
          </a:p>
          <a:p>
            <a:pPr marL="228600" indent="-228600">
              <a:buFont typeface="+mj-lt"/>
              <a:buAutoNum type="arabicPeriod"/>
            </a:pPr>
            <a:endParaRPr lang="en-US" sz="1200" dirty="0"/>
          </a:p>
          <a:p>
            <a:r>
              <a:rPr lang="en-US" sz="1200" b="1" u="sng" dirty="0"/>
              <a:t>Test:</a:t>
            </a:r>
          </a:p>
          <a:p>
            <a:pPr marL="228600" indent="-228600">
              <a:buFont typeface="+mj-lt"/>
              <a:buAutoNum type="arabicPeriod"/>
            </a:pPr>
            <a:r>
              <a:rPr lang="en-US" sz="1200" dirty="0"/>
              <a:t>Negative scenarios while upgrade testing (ex: disconnect SCs between different upgrade stages like apply/validate).</a:t>
            </a:r>
          </a:p>
          <a:p>
            <a:pPr marL="228600" indent="-228600">
              <a:buFont typeface="+mj-lt"/>
              <a:buAutoNum type="arabicPeriod"/>
            </a:pPr>
            <a:r>
              <a:rPr lang="en-US" sz="1200" dirty="0"/>
              <a:t>Try to delete some packages manually and see if PFU fails and can it be auto recovered.</a:t>
            </a:r>
          </a:p>
          <a:p>
            <a:pPr marL="228600" indent="-228600">
              <a:buFont typeface="+mj-lt"/>
              <a:buAutoNum type="arabicPeriod"/>
            </a:pPr>
            <a:r>
              <a:rPr lang="en-US" sz="1200" dirty="0"/>
              <a:t>Make sure before closing any Duplicate, the fix CL is ported to the correct target release.</a:t>
            </a:r>
          </a:p>
        </p:txBody>
      </p:sp>
    </p:spTree>
    <p:extLst>
      <p:ext uri="{BB962C8B-B14F-4D97-AF65-F5344CB8AC3E}">
        <p14:creationId xmlns:p14="http://schemas.microsoft.com/office/powerpoint/2010/main" val="3622800272"/>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FBC53-3290-CD56-8142-A51DB70C5D2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94C7C17-C3E6-1045-7F96-72B9E07B8E49}"/>
              </a:ext>
            </a:extLst>
          </p:cNvPr>
          <p:cNvSpPr>
            <a:spLocks noGrp="1"/>
          </p:cNvSpPr>
          <p:nvPr>
            <p:ph type="title"/>
          </p:nvPr>
        </p:nvSpPr>
        <p:spPr/>
        <p:txBody>
          <a:bodyPr/>
          <a:lstStyle/>
          <a:p>
            <a:r>
              <a:rPr lang="en-US" dirty="0"/>
              <a:t>Handling component failures</a:t>
            </a:r>
          </a:p>
        </p:txBody>
      </p:sp>
      <p:sp>
        <p:nvSpPr>
          <p:cNvPr id="3" name="TextBox 2">
            <a:extLst>
              <a:ext uri="{FF2B5EF4-FFF2-40B4-BE49-F238E27FC236}">
                <a16:creationId xmlns:a16="http://schemas.microsoft.com/office/drawing/2014/main" id="{B4E9E6CD-118A-5771-533C-063953ED0B5D}"/>
              </a:ext>
            </a:extLst>
          </p:cNvPr>
          <p:cNvSpPr txBox="1"/>
          <p:nvPr/>
        </p:nvSpPr>
        <p:spPr>
          <a:xfrm>
            <a:off x="417531" y="921994"/>
            <a:ext cx="8773535" cy="3910664"/>
          </a:xfrm>
          <a:prstGeom prst="rect">
            <a:avLst/>
          </a:prstGeom>
          <a:noFill/>
          <a:ln>
            <a:noFill/>
          </a:ln>
        </p:spPr>
        <p:txBody>
          <a:bodyPr wrap="non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sng" strike="noStrike" kern="1200" cap="none" spc="0" normalizeH="0" baseline="0" noProof="0" dirty="0">
                <a:ln>
                  <a:noFill/>
                </a:ln>
                <a:solidFill>
                  <a:srgbClr val="001135"/>
                </a:solidFill>
                <a:effectLst/>
                <a:uLnTx/>
                <a:uFillTx/>
                <a:latin typeface="Nokia Pure Text Light"/>
                <a:ea typeface="+mn-ea"/>
                <a:cs typeface="+mn-cs"/>
              </a:rPr>
              <a:t>Problem statement:</a:t>
            </a:r>
          </a:p>
          <a:p>
            <a:pPr marL="0" marR="0" indent="0" algn="l" defTabSz="180000" rtl="0" eaLnBrk="1" fontAlgn="auto" latinLnBrk="0" hangingPunct="1">
              <a:lnSpc>
                <a:spcPct val="100000"/>
              </a:lnSpc>
              <a:spcBef>
                <a:spcPts val="0"/>
              </a:spcBef>
              <a:spcAft>
                <a:spcPts val="0"/>
              </a:spcAft>
              <a:buClrTx/>
              <a:buSzTx/>
              <a:buFont typeface="+mj-lt"/>
              <a:buNone/>
              <a:tabLst>
                <a:tab pos="180000" algn="l"/>
              </a:tabLst>
            </a:pPr>
            <a:r>
              <a:rPr kumimoji="0" lang="en-US" sz="1200" b="0" i="0" u="none" strike="noStrike" kern="1200" cap="none" spc="0" normalizeH="0" baseline="0" noProof="0" dirty="0">
                <a:ln>
                  <a:noFill/>
                </a:ln>
                <a:solidFill>
                  <a:schemeClr val="tx1"/>
                </a:solidFill>
                <a:effectLst/>
                <a:uLnTx/>
                <a:uFillTx/>
                <a:ea typeface="+mn-ea"/>
                <a:cs typeface="+mn-cs"/>
              </a:rPr>
              <a:t>Sometimes the lower layer failures can cause traffic impact. These should be handled in SW. </a:t>
            </a:r>
            <a:r>
              <a:rPr lang="en-US" sz="1200" dirty="0"/>
              <a:t>Handling different  layer failure scenarios like </a:t>
            </a:r>
          </a:p>
          <a:p>
            <a:pPr marL="0" marR="0" indent="0" algn="l" defTabSz="180000" rtl="0" eaLnBrk="1" fontAlgn="auto" latinLnBrk="0" hangingPunct="1">
              <a:lnSpc>
                <a:spcPct val="100000"/>
              </a:lnSpc>
              <a:spcBef>
                <a:spcPts val="0"/>
              </a:spcBef>
              <a:spcAft>
                <a:spcPts val="0"/>
              </a:spcAft>
              <a:buClrTx/>
              <a:buSzTx/>
              <a:buFont typeface="+mj-lt"/>
              <a:buNone/>
              <a:tabLst>
                <a:tab pos="180000" algn="l"/>
              </a:tabLst>
            </a:pPr>
            <a:r>
              <a:rPr lang="en-US" sz="1200" dirty="0"/>
              <a:t>reboots while SW upgrades on LCs/FW/FPGA upgrades/Downgrades.</a:t>
            </a:r>
          </a:p>
          <a:p>
            <a:pPr marL="0" marR="0" indent="0" algn="l" defTabSz="180000" rtl="0" eaLnBrk="1" fontAlgn="auto" latinLnBrk="0" hangingPunct="1">
              <a:lnSpc>
                <a:spcPct val="100000"/>
              </a:lnSpc>
              <a:spcBef>
                <a:spcPts val="0"/>
              </a:spcBef>
              <a:spcAft>
                <a:spcPts val="0"/>
              </a:spcAft>
              <a:buClrTx/>
              <a:buSzTx/>
              <a:buFont typeface="+mj-lt"/>
              <a:buNone/>
              <a:tabLst>
                <a:tab pos="180000" algn="l"/>
              </a:tabLst>
            </a:pPr>
            <a:endParaRPr lang="en-US" sz="1400" dirty="0"/>
          </a:p>
          <a:p>
            <a:pPr marL="342900" indent="-342900" fontAlgn="t">
              <a:buFont typeface="+mj-lt"/>
              <a:buAutoNum type="arabicPeriod"/>
            </a:pPr>
            <a:r>
              <a:rPr lang="en-US" sz="1200" b="1" u="sng" dirty="0">
                <a:hlinkClick r:id="rId3">
                  <a:extLst>
                    <a:ext uri="{A12FA001-AC4F-418D-AE19-62706E023703}">
                      <ahyp:hlinkClr xmlns:ahyp="http://schemas.microsoft.com/office/drawing/2018/hyperlinkcolor" val="tx"/>
                    </a:ext>
                  </a:extLst>
                </a:hlinkClick>
              </a:rPr>
              <a:t>GX-176701</a:t>
            </a:r>
            <a:r>
              <a:rPr lang="en-US" sz="1200" b="1" dirty="0"/>
              <a:t>: Post upgrade Equipment failure/Firmware Installation Failed on CHM6 in GX_R6.1.1.</a:t>
            </a:r>
          </a:p>
          <a:p>
            <a:pPr marL="342900" indent="-342900" fontAlgn="t">
              <a:buFont typeface="+mj-lt"/>
              <a:buAutoNum type="arabicPeriod"/>
            </a:pPr>
            <a:r>
              <a:rPr lang="en-US" sz="1200" b="1" u="sng" dirty="0">
                <a:hlinkClick r:id="rId4">
                  <a:extLst>
                    <a:ext uri="{A12FA001-AC4F-418D-AE19-62706E023703}">
                      <ahyp:hlinkClr xmlns:ahyp="http://schemas.microsoft.com/office/drawing/2018/hyperlinkcolor" val="tx"/>
                    </a:ext>
                  </a:extLst>
                </a:hlinkClick>
              </a:rPr>
              <a:t>GX-168320</a:t>
            </a:r>
            <a:r>
              <a:rPr lang="en-US" sz="1200" b="1" u="sng" dirty="0"/>
              <a:t>: </a:t>
            </a:r>
            <a:r>
              <a:rPr lang="en-US" sz="1200" b="1" dirty="0"/>
              <a:t>Prepare Upgrade failed from R6.0.1 to R7.1.0.</a:t>
            </a:r>
          </a:p>
          <a:p>
            <a:pPr marL="342900" indent="-342900" fontAlgn="t">
              <a:buFont typeface="+mj-lt"/>
              <a:buAutoNum type="arabicPeriod"/>
            </a:pPr>
            <a:r>
              <a:rPr lang="en-US" sz="1200" b="1" u="sng" dirty="0">
                <a:hlinkClick r:id="rId5">
                  <a:extLst>
                    <a:ext uri="{A12FA001-AC4F-418D-AE19-62706E023703}">
                      <ahyp:hlinkClr xmlns:ahyp="http://schemas.microsoft.com/office/drawing/2018/hyperlinkcolor" val="tx"/>
                    </a:ext>
                  </a:extLst>
                </a:hlinkClick>
              </a:rPr>
              <a:t>GX-157894</a:t>
            </a:r>
            <a:r>
              <a:rPr lang="en-US" sz="1200" b="1" u="sng" dirty="0"/>
              <a:t>: </a:t>
            </a:r>
            <a:r>
              <a:rPr lang="en-US" sz="1200" b="1" dirty="0"/>
              <a:t>CHM6 warm restart is not getting complete. Due to DCO process is not running.</a:t>
            </a:r>
          </a:p>
          <a:p>
            <a:pPr marL="342900" indent="-342900" fontAlgn="t">
              <a:buFont typeface="+mj-lt"/>
              <a:buAutoNum type="arabicPeriod"/>
            </a:pPr>
            <a:r>
              <a:rPr lang="en-US" sz="1200" b="1" u="sng" dirty="0">
                <a:hlinkClick r:id="rId6">
                  <a:extLst>
                    <a:ext uri="{A12FA001-AC4F-418D-AE19-62706E023703}">
                      <ahyp:hlinkClr xmlns:ahyp="http://schemas.microsoft.com/office/drawing/2018/hyperlinkcolor" val="tx"/>
                    </a:ext>
                  </a:extLst>
                </a:hlinkClick>
              </a:rPr>
              <a:t>GX-170561</a:t>
            </a:r>
            <a:r>
              <a:rPr lang="en-US" sz="1200" b="1" u="sng" dirty="0"/>
              <a:t>: </a:t>
            </a:r>
            <a:r>
              <a:rPr lang="en-US" sz="1200" b="1" dirty="0"/>
              <a:t>FW details are showing as un-available after upgrade to R7.1 FROM R6.0.1</a:t>
            </a:r>
          </a:p>
          <a:p>
            <a:pPr marL="342900" indent="-342900" fontAlgn="t">
              <a:buFont typeface="+mj-lt"/>
              <a:buAutoNum type="arabicPeriod"/>
            </a:pPr>
            <a:r>
              <a:rPr lang="en-US" sz="1200" b="1" u="sng" dirty="0">
                <a:hlinkClick r:id="rId7">
                  <a:extLst>
                    <a:ext uri="{A12FA001-AC4F-418D-AE19-62706E023703}">
                      <ahyp:hlinkClr xmlns:ahyp="http://schemas.microsoft.com/office/drawing/2018/hyperlinkcolor" val="tx"/>
                    </a:ext>
                  </a:extLst>
                </a:hlinkClick>
              </a:rPr>
              <a:t>GX-170560</a:t>
            </a:r>
            <a:r>
              <a:rPr lang="en-US" sz="1200" b="1" u="sng" dirty="0"/>
              <a:t>: </a:t>
            </a:r>
            <a:r>
              <a:rPr lang="en-US" sz="1200" b="1" dirty="0"/>
              <a:t>Line ports entered into low power mode and stopped transmitting power</a:t>
            </a:r>
          </a:p>
          <a:p>
            <a:endParaRPr lang="en-US" sz="1400" dirty="0"/>
          </a:p>
          <a:p>
            <a:r>
              <a:rPr lang="en-US" sz="1200" b="1" u="sng" dirty="0"/>
              <a:t>Development:</a:t>
            </a:r>
            <a:endParaRPr lang="en-US" sz="1200" dirty="0"/>
          </a:p>
          <a:p>
            <a:pPr marL="342900" indent="-342900" fontAlgn="t">
              <a:buFont typeface="+mj-lt"/>
              <a:buAutoNum type="arabicPeriod"/>
            </a:pPr>
            <a:r>
              <a:rPr lang="en-US" sz="1200" dirty="0"/>
              <a:t>UT tests to check what happens and how to handle when lower layers fail like DCO.</a:t>
            </a:r>
          </a:p>
          <a:p>
            <a:endParaRPr lang="en-US" sz="1200" dirty="0"/>
          </a:p>
          <a:p>
            <a:r>
              <a:rPr lang="en-US" sz="1200" b="1" u="sng" dirty="0"/>
              <a:t>Test:</a:t>
            </a:r>
            <a:endParaRPr lang="en-US" sz="1200" dirty="0"/>
          </a:p>
          <a:p>
            <a:pPr marL="228600" indent="-228600">
              <a:buFont typeface="+mj-lt"/>
              <a:buAutoNum type="arabicPeriod"/>
            </a:pPr>
            <a:r>
              <a:rPr lang="en-US" sz="1200" dirty="0"/>
              <a:t>Reboots/Failures at different phases of upgrades needs to be simulated and tested.</a:t>
            </a:r>
          </a:p>
          <a:p>
            <a:pPr marL="228600" indent="-228600">
              <a:buFont typeface="+mj-lt"/>
              <a:buAutoNum type="arabicPeriod"/>
            </a:pPr>
            <a:r>
              <a:rPr lang="en-US" sz="1200" dirty="0"/>
              <a:t>Instrument the failure during the upgrades of components (ex: DCO by deleting /</a:t>
            </a:r>
            <a:r>
              <a:rPr lang="en-US" sz="1200" dirty="0" err="1"/>
              <a:t>tmp</a:t>
            </a:r>
            <a:r>
              <a:rPr lang="en-US" sz="1200" dirty="0"/>
              <a:t>/firmware) to make sure it’s NSA.</a:t>
            </a:r>
          </a:p>
        </p:txBody>
      </p:sp>
    </p:spTree>
    <p:extLst>
      <p:ext uri="{BB962C8B-B14F-4D97-AF65-F5344CB8AC3E}">
        <p14:creationId xmlns:p14="http://schemas.microsoft.com/office/powerpoint/2010/main" val="2597803596"/>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82352-E078-2F9E-E36B-EEF1AEA7D9D3}"/>
              </a:ext>
            </a:extLst>
          </p:cNvPr>
          <p:cNvSpPr>
            <a:spLocks noGrp="1"/>
          </p:cNvSpPr>
          <p:nvPr>
            <p:ph type="title"/>
          </p:nvPr>
        </p:nvSpPr>
        <p:spPr/>
        <p:txBody>
          <a:bodyPr/>
          <a:lstStyle/>
          <a:p>
            <a:r>
              <a:rPr lang="en-US" dirty="0"/>
              <a:t>Molex Vendor GRPC hardening.</a:t>
            </a:r>
          </a:p>
        </p:txBody>
      </p:sp>
      <p:sp>
        <p:nvSpPr>
          <p:cNvPr id="3" name="Text Placeholder 2">
            <a:extLst>
              <a:ext uri="{FF2B5EF4-FFF2-40B4-BE49-F238E27FC236}">
                <a16:creationId xmlns:a16="http://schemas.microsoft.com/office/drawing/2014/main" id="{40ED649F-B892-C31E-7323-A4F03248A7F1}"/>
              </a:ext>
            </a:extLst>
          </p:cNvPr>
          <p:cNvSpPr>
            <a:spLocks noGrp="1"/>
          </p:cNvSpPr>
          <p:nvPr>
            <p:ph type="body" sz="quarter" idx="10"/>
          </p:nvPr>
        </p:nvSpPr>
        <p:spPr/>
        <p:txBody>
          <a:bodyPr/>
          <a:lstStyle/>
          <a:p>
            <a:r>
              <a:rPr lang="en-US" dirty="0"/>
              <a:t>Basil/Kapil and we should check what happens inside FW.</a:t>
            </a:r>
          </a:p>
        </p:txBody>
      </p:sp>
    </p:spTree>
    <p:extLst>
      <p:ext uri="{BB962C8B-B14F-4D97-AF65-F5344CB8AC3E}">
        <p14:creationId xmlns:p14="http://schemas.microsoft.com/office/powerpoint/2010/main" val="17604247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3DCBB-35DD-1DAD-1549-680BB0341780}"/>
              </a:ext>
            </a:extLst>
          </p:cNvPr>
          <p:cNvSpPr>
            <a:spLocks noGrp="1"/>
          </p:cNvSpPr>
          <p:nvPr>
            <p:ph type="title"/>
          </p:nvPr>
        </p:nvSpPr>
        <p:spPr/>
        <p:txBody>
          <a:bodyPr/>
          <a:lstStyle/>
          <a:p>
            <a:r>
              <a:rPr lang="en-US" dirty="0" err="1"/>
              <a:t>MoMs</a:t>
            </a:r>
            <a:r>
              <a:rPr lang="en-US" dirty="0"/>
              <a:t>: 6/27:</a:t>
            </a:r>
          </a:p>
        </p:txBody>
      </p:sp>
      <p:sp>
        <p:nvSpPr>
          <p:cNvPr id="3" name="Text Placeholder 2">
            <a:extLst>
              <a:ext uri="{FF2B5EF4-FFF2-40B4-BE49-F238E27FC236}">
                <a16:creationId xmlns:a16="http://schemas.microsoft.com/office/drawing/2014/main" id="{DE60EB8E-F325-EC0C-B560-9160B5ECB3C7}"/>
              </a:ext>
            </a:extLst>
          </p:cNvPr>
          <p:cNvSpPr>
            <a:spLocks noGrp="1"/>
          </p:cNvSpPr>
          <p:nvPr>
            <p:ph type="body" sz="quarter" idx="10"/>
          </p:nvPr>
        </p:nvSpPr>
        <p:spPr>
          <a:xfrm>
            <a:off x="417599" y="763199"/>
            <a:ext cx="8308800" cy="4311371"/>
          </a:xfrm>
        </p:spPr>
        <p:txBody>
          <a:bodyPr/>
          <a:lstStyle/>
          <a:p>
            <a:pPr>
              <a:buNone/>
            </a:pPr>
            <a:r>
              <a:rPr lang="en-US" u="sng" dirty="0">
                <a:effectLst/>
              </a:rPr>
              <a:t>The NRs and SVT repro "no" which can be checked:</a:t>
            </a:r>
            <a:endParaRPr lang="en-US" dirty="0">
              <a:effectLst/>
            </a:endParaRPr>
          </a:p>
          <a:p>
            <a:pPr>
              <a:buFont typeface="+mj-lt"/>
              <a:buAutoNum type="arabicPeriod"/>
            </a:pPr>
            <a:r>
              <a:rPr lang="en-US" u="sng" dirty="0">
                <a:effectLst/>
                <a:hlinkClick r:id="rId2" tooltip="https://jira.infinera.com/browse/gx-175382"/>
              </a:rPr>
              <a:t>GX-175382</a:t>
            </a:r>
            <a:r>
              <a:rPr lang="en-US" u="sng" dirty="0">
                <a:effectLst/>
              </a:rPr>
              <a:t>: Dev RCA: </a:t>
            </a:r>
            <a:r>
              <a:rPr lang="en-US" dirty="0">
                <a:effectLst/>
              </a:rPr>
              <a:t>NXP version upgrade successful after first cold boot. But FW update was not sent to </a:t>
            </a:r>
            <a:r>
              <a:rPr lang="en-US" dirty="0" err="1">
                <a:effectLst/>
              </a:rPr>
              <a:t>eqm</a:t>
            </a:r>
            <a:r>
              <a:rPr lang="en-US" dirty="0">
                <a:effectLst/>
              </a:rPr>
              <a:t>. 2nd reboot showed upgrade failure. 3rd reboot finally had successful upgrade which updated </a:t>
            </a:r>
            <a:r>
              <a:rPr lang="en-US" dirty="0" err="1">
                <a:effectLst/>
              </a:rPr>
              <a:t>eqm</a:t>
            </a:r>
            <a:r>
              <a:rPr lang="en-US" dirty="0">
                <a:effectLst/>
              </a:rPr>
              <a:t> and traffic came up. NXP logs are missing. Due to no logs can't debug issue further.</a:t>
            </a:r>
            <a:endParaRPr lang="en-US" dirty="0"/>
          </a:p>
          <a:p>
            <a:pPr>
              <a:buFont typeface="+mj-lt"/>
              <a:buAutoNum type="arabicPeriod"/>
            </a:pPr>
            <a:r>
              <a:rPr lang="en-US" dirty="0">
                <a:effectLst/>
                <a:hlinkClick r:id="rId3" tooltip="https://jira.infinera.com/browse/gx-171860"/>
              </a:rPr>
              <a:t>GX-171860</a:t>
            </a:r>
            <a:r>
              <a:rPr lang="en-US" dirty="0">
                <a:effectLst/>
              </a:rPr>
              <a:t>:Dev RCA: This issue is not reproducible locally. We analyzed the logs and couldn't root cause the exact reason for gecko watchdog. On other hand </a:t>
            </a:r>
            <a:r>
              <a:rPr lang="en-US" dirty="0">
                <a:effectLst/>
                <a:hlinkClick r:id="rId4" tooltip="https://jira.infinera.com/browse/gx-73268"/>
              </a:rPr>
              <a:t>GX-73268</a:t>
            </a:r>
            <a:r>
              <a:rPr lang="en-US" dirty="0">
                <a:effectLst/>
              </a:rPr>
              <a:t> fixes a watchdog issue in DCO-Gecko with version 1.59. This new version is present in R6.1.5-70. Also we added more logs to catch any failure conditions.</a:t>
            </a:r>
            <a:endParaRPr lang="en-US" dirty="0"/>
          </a:p>
          <a:p>
            <a:pPr>
              <a:buFont typeface="+mj-lt"/>
              <a:buAutoNum type="arabicPeriod"/>
            </a:pPr>
            <a:r>
              <a:rPr lang="en-US" dirty="0">
                <a:effectLst/>
                <a:hlinkClick r:id="rId5" tooltip="https://jira.infinera.com/browse/gx-171832"/>
              </a:rPr>
              <a:t>GX-171832</a:t>
            </a:r>
            <a:r>
              <a:rPr lang="en-US" dirty="0">
                <a:effectLst/>
              </a:rPr>
              <a:t>: It appears there is a race condition in NXP where partition sync might occur after the upgrade application stage. Although the probability is low, it happened in this instance. Unlike CHM6, NXP has a different approach to partition sync, performing periodic checks every 15 minutes. A cold boot of CHM6 has done the right grade for NXP and upgraded the NXP. We will fix the race condition in R8.0</a:t>
            </a:r>
            <a:endParaRPr lang="en-US" dirty="0"/>
          </a:p>
          <a:p>
            <a:r>
              <a:rPr lang="en-US" dirty="0"/>
              <a:t>									continued…</a:t>
            </a:r>
          </a:p>
        </p:txBody>
      </p:sp>
    </p:spTree>
    <p:extLst>
      <p:ext uri="{BB962C8B-B14F-4D97-AF65-F5344CB8AC3E}">
        <p14:creationId xmlns:p14="http://schemas.microsoft.com/office/powerpoint/2010/main" val="3602356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58433-9650-D6AD-4E8A-18C376D307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D3FE3F-6452-7283-3609-4529757A9507}"/>
              </a:ext>
            </a:extLst>
          </p:cNvPr>
          <p:cNvSpPr>
            <a:spLocks noGrp="1"/>
          </p:cNvSpPr>
          <p:nvPr>
            <p:ph type="title"/>
          </p:nvPr>
        </p:nvSpPr>
        <p:spPr/>
        <p:txBody>
          <a:bodyPr/>
          <a:lstStyle/>
          <a:p>
            <a:r>
              <a:rPr lang="en-US" dirty="0" err="1"/>
              <a:t>MoMs</a:t>
            </a:r>
            <a:r>
              <a:rPr lang="en-US" dirty="0"/>
              <a:t>: 6/27:</a:t>
            </a:r>
          </a:p>
        </p:txBody>
      </p:sp>
      <p:sp>
        <p:nvSpPr>
          <p:cNvPr id="3" name="Text Placeholder 2">
            <a:extLst>
              <a:ext uri="{FF2B5EF4-FFF2-40B4-BE49-F238E27FC236}">
                <a16:creationId xmlns:a16="http://schemas.microsoft.com/office/drawing/2014/main" id="{C08F70CC-25B8-2C11-0205-DBDB16B2E4F7}"/>
              </a:ext>
            </a:extLst>
          </p:cNvPr>
          <p:cNvSpPr>
            <a:spLocks noGrp="1"/>
          </p:cNvSpPr>
          <p:nvPr>
            <p:ph type="body" sz="quarter" idx="10"/>
          </p:nvPr>
        </p:nvSpPr>
        <p:spPr>
          <a:xfrm>
            <a:off x="417599" y="763199"/>
            <a:ext cx="8308800" cy="4311371"/>
          </a:xfrm>
        </p:spPr>
        <p:txBody>
          <a:bodyPr/>
          <a:lstStyle/>
          <a:p>
            <a:pPr>
              <a:buFont typeface="+mj-lt"/>
              <a:buAutoNum type="arabicPeriod"/>
            </a:pPr>
            <a:r>
              <a:rPr lang="en-US" dirty="0">
                <a:effectLst/>
                <a:hlinkClick r:id="rId2" tooltip="https://jira.infinera.com/browse/gx-152780"/>
              </a:rPr>
              <a:t>GX-152780</a:t>
            </a:r>
            <a:r>
              <a:rPr lang="en-US" dirty="0">
                <a:effectLst/>
              </a:rPr>
              <a:t>: There was </a:t>
            </a:r>
            <a:r>
              <a:rPr lang="en-US" dirty="0" err="1">
                <a:effectLst/>
              </a:rPr>
              <a:t>controlplane</a:t>
            </a:r>
            <a:r>
              <a:rPr lang="en-US" dirty="0">
                <a:effectLst/>
              </a:rPr>
              <a:t> </a:t>
            </a:r>
            <a:r>
              <a:rPr lang="en-US" dirty="0" err="1">
                <a:effectLst/>
              </a:rPr>
              <a:t>ms</a:t>
            </a:r>
            <a:r>
              <a:rPr lang="en-US" dirty="0">
                <a:effectLst/>
              </a:rPr>
              <a:t> restart in chm6. That might have caused an issue with communication with XMM4. Need to restart </a:t>
            </a:r>
            <a:r>
              <a:rPr lang="en-US" dirty="0" err="1">
                <a:effectLst/>
              </a:rPr>
              <a:t>dhcpd</a:t>
            </a:r>
            <a:r>
              <a:rPr lang="en-US" dirty="0">
                <a:effectLst/>
              </a:rPr>
              <a:t> in chm6 whenever time shift happens. Parent bug still in INVESTIGATE state only.</a:t>
            </a:r>
            <a:endParaRPr lang="en-US" dirty="0"/>
          </a:p>
          <a:p>
            <a:pPr>
              <a:buFont typeface="+mj-lt"/>
              <a:buAutoNum type="arabicPeriod"/>
            </a:pPr>
            <a:r>
              <a:rPr lang="en-US" dirty="0">
                <a:effectLst/>
                <a:hlinkClick r:id="rId3" tooltip="https://jira.infinera.com/browse/gx-143122"/>
              </a:rPr>
              <a:t>GX-143122</a:t>
            </a:r>
            <a:r>
              <a:rPr lang="en-US" dirty="0">
                <a:effectLst/>
              </a:rPr>
              <a:t>: Missing APJs in newer releases.</a:t>
            </a:r>
            <a:endParaRPr lang="en-US" dirty="0"/>
          </a:p>
          <a:p>
            <a:pPr>
              <a:buFont typeface="+mj-lt"/>
              <a:buAutoNum type="arabicPeriod"/>
            </a:pPr>
            <a:r>
              <a:rPr lang="en-US" dirty="0">
                <a:effectLst/>
                <a:hlinkClick r:id="rId4" tooltip="https://jira.infinera.com/browse/gx-140995"/>
              </a:rPr>
              <a:t>GX-140995</a:t>
            </a:r>
            <a:r>
              <a:rPr lang="en-US" dirty="0">
                <a:effectLst/>
              </a:rPr>
              <a:t>: Infamous 3rd party TOM issues (not sure if it's still Best effort defined by our PLM).</a:t>
            </a:r>
            <a:endParaRPr lang="en-US" dirty="0"/>
          </a:p>
          <a:p>
            <a:pPr>
              <a:buFont typeface="+mj-lt"/>
              <a:buAutoNum type="arabicPeriod"/>
            </a:pPr>
            <a:r>
              <a:rPr lang="en-US" dirty="0">
                <a:effectLst/>
                <a:hlinkClick r:id="rId5" tooltip="https://jira.infinera.com/browse/gx-137280"/>
              </a:rPr>
              <a:t>GX-137280</a:t>
            </a:r>
            <a:r>
              <a:rPr lang="en-US" dirty="0">
                <a:effectLst/>
              </a:rPr>
              <a:t>: Race condition within </a:t>
            </a:r>
            <a:r>
              <a:rPr lang="en-US" dirty="0" err="1">
                <a:effectLst/>
              </a:rPr>
              <a:t>swmd</a:t>
            </a:r>
            <a:r>
              <a:rPr lang="en-US" dirty="0">
                <a:effectLst/>
              </a:rPr>
              <a:t> process.</a:t>
            </a:r>
            <a:endParaRPr lang="en-US" dirty="0"/>
          </a:p>
          <a:p>
            <a:pPr>
              <a:buFont typeface="+mj-lt"/>
              <a:buAutoNum type="arabicPeriod"/>
            </a:pPr>
            <a:r>
              <a:rPr lang="en-US" u="sng" dirty="0">
                <a:effectLst/>
                <a:hlinkClick r:id="rId6" tooltip="https://jira.infinera.com/browse/gx-134556"/>
              </a:rPr>
              <a:t>GX-134556</a:t>
            </a:r>
            <a:r>
              <a:rPr lang="en-US" u="sng" dirty="0">
                <a:effectLst/>
              </a:rPr>
              <a:t> and </a:t>
            </a:r>
            <a:r>
              <a:rPr lang="en-US" dirty="0">
                <a:effectLst/>
                <a:hlinkClick r:id="rId7" tooltip="https://jira.infinera.com/browse/gx-132613"/>
              </a:rPr>
              <a:t>GX-132613</a:t>
            </a:r>
            <a:r>
              <a:rPr lang="en-US" u="sng" dirty="0">
                <a:effectLst/>
              </a:rPr>
              <a:t>: </a:t>
            </a:r>
            <a:r>
              <a:rPr lang="en-US" dirty="0">
                <a:effectLst/>
              </a:rPr>
              <a:t>Kill pal process during activation and include such TC as negative scenarios</a:t>
            </a:r>
            <a:endParaRPr lang="en-US" dirty="0"/>
          </a:p>
          <a:p>
            <a:pPr>
              <a:buFont typeface="+mj-lt"/>
              <a:buAutoNum type="arabicPeriod"/>
            </a:pPr>
            <a:r>
              <a:rPr lang="en-US" dirty="0">
                <a:effectLst/>
                <a:hlinkClick r:id="rId8" tooltip="https://jira.infinera.com/browse/gx-132074"/>
              </a:rPr>
              <a:t>GX-132074</a:t>
            </a:r>
            <a:r>
              <a:rPr lang="en-US" dirty="0">
                <a:effectLst/>
              </a:rPr>
              <a:t>: This was marked as ELT visible when </a:t>
            </a:r>
            <a:r>
              <a:rPr lang="en-US" dirty="0" err="1">
                <a:effectLst/>
              </a:rPr>
              <a:t>RCA'ed</a:t>
            </a:r>
            <a:r>
              <a:rPr lang="en-US" dirty="0">
                <a:effectLst/>
              </a:rPr>
              <a:t> and the issue was with our vendor.</a:t>
            </a:r>
            <a:endParaRPr lang="en-US" dirty="0"/>
          </a:p>
        </p:txBody>
      </p:sp>
    </p:spTree>
    <p:extLst>
      <p:ext uri="{BB962C8B-B14F-4D97-AF65-F5344CB8AC3E}">
        <p14:creationId xmlns:p14="http://schemas.microsoft.com/office/powerpoint/2010/main" val="6127040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F1693-92AD-E0D3-D1D8-568643B7BFCA}"/>
              </a:ext>
            </a:extLst>
          </p:cNvPr>
          <p:cNvSpPr>
            <a:spLocks noGrp="1"/>
          </p:cNvSpPr>
          <p:nvPr>
            <p:ph type="title"/>
          </p:nvPr>
        </p:nvSpPr>
        <p:spPr/>
        <p:txBody>
          <a:bodyPr/>
          <a:lstStyle/>
          <a:p>
            <a:r>
              <a:rPr lang="en-US" dirty="0" err="1"/>
              <a:t>MoMs</a:t>
            </a:r>
            <a:r>
              <a:rPr lang="en-US" dirty="0"/>
              <a:t>: 6/27:</a:t>
            </a:r>
          </a:p>
        </p:txBody>
      </p:sp>
      <p:sp>
        <p:nvSpPr>
          <p:cNvPr id="3" name="Text Placeholder 2">
            <a:extLst>
              <a:ext uri="{FF2B5EF4-FFF2-40B4-BE49-F238E27FC236}">
                <a16:creationId xmlns:a16="http://schemas.microsoft.com/office/drawing/2014/main" id="{8D2A966B-940B-4B26-AFED-999D065646CA}"/>
              </a:ext>
            </a:extLst>
          </p:cNvPr>
          <p:cNvSpPr>
            <a:spLocks noGrp="1"/>
          </p:cNvSpPr>
          <p:nvPr>
            <p:ph type="body" sz="quarter" idx="10"/>
          </p:nvPr>
        </p:nvSpPr>
        <p:spPr/>
        <p:txBody>
          <a:bodyPr/>
          <a:lstStyle/>
          <a:p>
            <a:pPr>
              <a:buFont typeface="+mj-lt"/>
              <a:buAutoNum type="arabicPeriod"/>
            </a:pPr>
            <a:r>
              <a:rPr lang="en-US" dirty="0">
                <a:effectLst/>
                <a:hlinkClick r:id="rId2" tooltip="https://jira.infinera.com/browse/gx-163964"/>
              </a:rPr>
              <a:t>GX-163964</a:t>
            </a:r>
            <a:r>
              <a:rPr lang="en-US" dirty="0">
                <a:effectLst/>
              </a:rPr>
              <a:t>: Multilane TOM PM migration issue. Already fixed in 8.0.</a:t>
            </a:r>
            <a:endParaRPr lang="en-US" dirty="0"/>
          </a:p>
          <a:p>
            <a:pPr>
              <a:buFont typeface="+mj-lt"/>
              <a:buAutoNum type="arabicPeriod"/>
            </a:pPr>
            <a:r>
              <a:rPr lang="en-US" dirty="0">
                <a:effectLst/>
                <a:hlinkClick r:id="rId3" tooltip="https://jira.infinera.com/browse/gx-167300"/>
              </a:rPr>
              <a:t>GX-167300</a:t>
            </a:r>
            <a:r>
              <a:rPr lang="en-US" dirty="0">
                <a:effectLst/>
              </a:rPr>
              <a:t>: MF crash issue while doing SNMP gets while upgrade, already implemented in SVT (already implemented in new upgrade </a:t>
            </a:r>
            <a:r>
              <a:rPr lang="en-US" dirty="0" err="1">
                <a:effectLst/>
              </a:rPr>
              <a:t>testplan</a:t>
            </a:r>
            <a:r>
              <a:rPr lang="en-US" dirty="0">
                <a:effectLst/>
              </a:rPr>
              <a:t>).</a:t>
            </a:r>
            <a:endParaRPr lang="en-US" dirty="0"/>
          </a:p>
          <a:p>
            <a:pPr>
              <a:buFont typeface="+mj-lt"/>
              <a:buAutoNum type="arabicPeriod"/>
            </a:pPr>
            <a:r>
              <a:rPr lang="en-US" dirty="0">
                <a:effectLst/>
                <a:hlinkClick r:id="rId4" tooltip="https://jira.infinera.com/browse/gx-158759"/>
              </a:rPr>
              <a:t>GX-158759</a:t>
            </a:r>
            <a:r>
              <a:rPr lang="en-US" dirty="0">
                <a:effectLst/>
              </a:rPr>
              <a:t>: One off SPI issue. This issue was never seen in CHM6 in development testing or anytime in our labs, so fix could not be verified in CHM6.</a:t>
            </a:r>
            <a:br>
              <a:rPr lang="en-US" dirty="0"/>
            </a:br>
            <a:r>
              <a:rPr lang="en-US" dirty="0">
                <a:effectLst/>
              </a:rPr>
              <a:t>It was tested in CHM7 only, so it was added as preventive fix for CHM6.</a:t>
            </a:r>
            <a:endParaRPr lang="en-US" dirty="0"/>
          </a:p>
          <a:p>
            <a:pPr>
              <a:buFont typeface="+mj-lt"/>
              <a:buAutoNum type="arabicPeriod"/>
            </a:pPr>
            <a:r>
              <a:rPr lang="en-US" dirty="0">
                <a:effectLst/>
                <a:hlinkClick r:id="rId5" tooltip="https://jira.infinera.com/browse/gx-158357"/>
              </a:rPr>
              <a:t>GX-158357</a:t>
            </a:r>
            <a:r>
              <a:rPr lang="en-US" dirty="0">
                <a:effectLst/>
              </a:rPr>
              <a:t>: In R5.2.2 NXP has some problem in updating f/w occasionally. in R6.1.6 Iceland &amp; </a:t>
            </a:r>
            <a:r>
              <a:rPr lang="en-US" dirty="0" err="1">
                <a:effectLst/>
              </a:rPr>
              <a:t>bcm</a:t>
            </a:r>
            <a:r>
              <a:rPr lang="en-US" dirty="0">
                <a:effectLst/>
              </a:rPr>
              <a:t> versions are not updated always. We fixed These issues in R7.0.</a:t>
            </a:r>
            <a:endParaRPr lang="en-US" dirty="0"/>
          </a:p>
          <a:p>
            <a:pPr>
              <a:buFont typeface="+mj-lt"/>
              <a:buAutoNum type="arabicPeriod"/>
            </a:pPr>
            <a:r>
              <a:rPr lang="en-US" dirty="0">
                <a:effectLst/>
                <a:hlinkClick r:id="rId6" tooltip="https://jira.infinera.com/browse/gx-158289"/>
              </a:rPr>
              <a:t>GX-158289</a:t>
            </a:r>
            <a:r>
              <a:rPr lang="en-US" dirty="0">
                <a:effectLst/>
              </a:rPr>
              <a:t>: Log enhancements. NXP bootup issue. We don't know if </a:t>
            </a:r>
            <a:r>
              <a:rPr lang="en-US" dirty="0" err="1">
                <a:effectLst/>
              </a:rPr>
              <a:t>uboot</a:t>
            </a:r>
            <a:r>
              <a:rPr lang="en-US" dirty="0">
                <a:effectLst/>
              </a:rPr>
              <a:t> load has failed or new partition did not have active file.</a:t>
            </a:r>
            <a:endParaRPr lang="en-US" dirty="0"/>
          </a:p>
          <a:p>
            <a:pPr>
              <a:buFont typeface="+mj-lt"/>
              <a:buAutoNum type="arabicPeriod"/>
            </a:pPr>
            <a:r>
              <a:rPr lang="en-US" dirty="0">
                <a:effectLst/>
                <a:hlinkClick r:id="rId7" tooltip="https://jira.infinera.com/browse/gx-157719"/>
              </a:rPr>
              <a:t>GX-157719</a:t>
            </a:r>
            <a:r>
              <a:rPr lang="en-US" dirty="0">
                <a:effectLst/>
              </a:rPr>
              <a:t>: One more case of Stress Mem on CHM6 (CLONED bug).</a:t>
            </a:r>
            <a:endParaRPr lang="en-US" dirty="0"/>
          </a:p>
          <a:p>
            <a:pPr>
              <a:buFont typeface="+mj-lt"/>
              <a:buAutoNum type="arabicPeriod"/>
            </a:pPr>
            <a:r>
              <a:rPr lang="en-US" dirty="0">
                <a:effectLst/>
                <a:hlinkClick r:id="rId8" tooltip="https://jira.infinera.com/browse/gx-154468"/>
              </a:rPr>
              <a:t>GX-154468</a:t>
            </a:r>
            <a:r>
              <a:rPr lang="en-US" dirty="0">
                <a:effectLst/>
              </a:rPr>
              <a:t>: WD reset due to low mem.</a:t>
            </a:r>
            <a:endParaRPr lang="en-US" dirty="0"/>
          </a:p>
          <a:p>
            <a:r>
              <a:rPr lang="en-US" dirty="0"/>
              <a:t>								continued…</a:t>
            </a:r>
          </a:p>
        </p:txBody>
      </p:sp>
    </p:spTree>
    <p:extLst>
      <p:ext uri="{BB962C8B-B14F-4D97-AF65-F5344CB8AC3E}">
        <p14:creationId xmlns:p14="http://schemas.microsoft.com/office/powerpoint/2010/main" val="19194819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CAFBC-F657-C85A-8156-413DFC44DA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630A33-D908-1C4E-8EDA-9A7C9B2AB154}"/>
              </a:ext>
            </a:extLst>
          </p:cNvPr>
          <p:cNvSpPr>
            <a:spLocks noGrp="1"/>
          </p:cNvSpPr>
          <p:nvPr>
            <p:ph type="title"/>
          </p:nvPr>
        </p:nvSpPr>
        <p:spPr/>
        <p:txBody>
          <a:bodyPr/>
          <a:lstStyle/>
          <a:p>
            <a:r>
              <a:rPr lang="en-US" dirty="0" err="1"/>
              <a:t>MoMs</a:t>
            </a:r>
            <a:r>
              <a:rPr lang="en-US" dirty="0"/>
              <a:t>: 6/27:</a:t>
            </a:r>
          </a:p>
        </p:txBody>
      </p:sp>
      <p:sp>
        <p:nvSpPr>
          <p:cNvPr id="3" name="Text Placeholder 2">
            <a:extLst>
              <a:ext uri="{FF2B5EF4-FFF2-40B4-BE49-F238E27FC236}">
                <a16:creationId xmlns:a16="http://schemas.microsoft.com/office/drawing/2014/main" id="{757AA720-76F8-E724-E81F-AEEC85AA7842}"/>
              </a:ext>
            </a:extLst>
          </p:cNvPr>
          <p:cNvSpPr>
            <a:spLocks noGrp="1"/>
          </p:cNvSpPr>
          <p:nvPr>
            <p:ph type="body" sz="quarter" idx="10"/>
          </p:nvPr>
        </p:nvSpPr>
        <p:spPr>
          <a:xfrm>
            <a:off x="417599" y="763199"/>
            <a:ext cx="8308800" cy="4101967"/>
          </a:xfrm>
        </p:spPr>
        <p:txBody>
          <a:bodyPr/>
          <a:lstStyle/>
          <a:p>
            <a:r>
              <a:rPr lang="en-US" dirty="0"/>
              <a:t>Question from Suresh:</a:t>
            </a:r>
          </a:p>
          <a:p>
            <a:pPr>
              <a:buNone/>
            </a:pPr>
            <a:r>
              <a:rPr lang="en-US" dirty="0">
                <a:effectLst/>
                <a:latin typeface="-apple-system"/>
              </a:rPr>
              <a:t> 1) why are so many issues not reproduced in our </a:t>
            </a:r>
            <a:r>
              <a:rPr lang="en-US" dirty="0" err="1">
                <a:effectLst/>
                <a:latin typeface="-apple-system"/>
              </a:rPr>
              <a:t>environgment</a:t>
            </a:r>
            <a:r>
              <a:rPr lang="en-US" dirty="0">
                <a:effectLst/>
                <a:latin typeface="-apple-system"/>
              </a:rPr>
              <a:t> </a:t>
            </a:r>
          </a:p>
          <a:p>
            <a:r>
              <a:rPr lang="en-US" dirty="0"/>
              <a:t>Greg: The analysis across many of these items previously points to the lack of proper exception handling. We'll extend the full list, but most of these aren't reproduced in our testing because the exception situation happens in larger deployments or situations where memory reserves are lower over time. There are a hand-</a:t>
            </a:r>
            <a:r>
              <a:rPr lang="en-US" dirty="0" err="1"/>
              <a:t>ful</a:t>
            </a:r>
            <a:r>
              <a:rPr lang="en-US" dirty="0"/>
              <a:t> of functional issues, but the vast majority is exception handling related. One of the primary buckets will be around the exception handling, and there are multiple sub-categories. The test results show that lack of exceptions results in proper upgrades....</a:t>
            </a:r>
          </a:p>
          <a:p>
            <a:pPr>
              <a:buNone/>
            </a:pPr>
            <a:r>
              <a:rPr lang="en-US" dirty="0">
                <a:latin typeface="-apple-system"/>
              </a:rPr>
              <a:t>Andreas: </a:t>
            </a:r>
            <a:r>
              <a:rPr lang="en-US" dirty="0"/>
              <a:t>And to trigger the exceptions we need proper hooks. For handling multiple FW downgrade matrix.. UDAN tool. I.e. a tool which is doing upgrades as a service. </a:t>
            </a:r>
          </a:p>
          <a:p>
            <a:pPr>
              <a:buNone/>
            </a:pPr>
            <a:r>
              <a:rPr lang="en-US" dirty="0">
                <a:effectLst/>
                <a:hlinkClick r:id="rId2" tooltip="https://nam11.safelinks.protection.outlook.com/?url=http%3a%2f%2fudanshanghai.infinera.com%3a8080%2findex&amp;data=05%7c02%7caschuch%40infinera.com%7c9da81e32c0974ab2623208dce9223e30%7c285643de5f5b4b03a1530ae2dc8aaf77%7c0%7c0%7c638641580479387766%7cunknown%7ctwfpbgzsb3d8eyjwijoimc4wljawmdailcjqijoiv2lumziilcjbtii6ik1hawwilcjxvci6mn0%3d%7c0%7c%7c%7c&amp;sdata=mwiqm8egkhanoolbuljg7r2klcsv4by2endfvrfn94y%3d&amp;reserved=0"/>
              </a:rPr>
              <a:t>http://udanshanghai.infinera.com:8080/index</a:t>
            </a:r>
            <a:r>
              <a:rPr lang="en-US" dirty="0">
                <a:effectLst/>
              </a:rPr>
              <a:t> (Shanghai server)</a:t>
            </a:r>
            <a:endParaRPr lang="en-US" dirty="0"/>
          </a:p>
          <a:p>
            <a:r>
              <a:rPr lang="en-US" dirty="0">
                <a:hlinkClick r:id="rId3" tooltip="https://nam11.safelinks.protection.outlook.com/?url=https%3a%2f%2fudan.infinera.com%2findex&amp;data=05%7c02%7caschuch%40infinera.com%7c9da81e32c0974ab2623208dce9223e30%7c285643de5f5b4b03a1530ae2dc8aaf77%7c0%7c0%7c638641580479407330%7cunknown%7ctwfpbgzsb3d8eyjwijoimc4wljawmdailcjqijoiv2lumziilcjbtii6ik1hawwilcjxvci6mn0%3d%7c0%7c%7c%7c&amp;sdata=tbsfv0%2bpg3ao0%2fz1jrsmttmvn%2fpjn%2fb9o%2frwsji3o7w%3d&amp;reserved=0"/>
              </a:rPr>
              <a:t>https://udan.infinera.com/index</a:t>
            </a:r>
            <a:r>
              <a:rPr lang="en-US" dirty="0"/>
              <a:t> ( </a:t>
            </a:r>
            <a:r>
              <a:rPr lang="en-US" dirty="0" err="1"/>
              <a:t>Blr</a:t>
            </a:r>
            <a:r>
              <a:rPr lang="en-US" dirty="0"/>
              <a:t> server)</a:t>
            </a:r>
          </a:p>
          <a:p>
            <a:r>
              <a:rPr lang="en-US" dirty="0"/>
              <a:t>							continued…</a:t>
            </a:r>
          </a:p>
          <a:p>
            <a:endParaRPr lang="en-US" dirty="0"/>
          </a:p>
        </p:txBody>
      </p:sp>
    </p:spTree>
    <p:extLst>
      <p:ext uri="{BB962C8B-B14F-4D97-AF65-F5344CB8AC3E}">
        <p14:creationId xmlns:p14="http://schemas.microsoft.com/office/powerpoint/2010/main" val="28544711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05487-F241-D782-C08B-D096184E9F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E4922A-2A7F-9E10-E953-3EEBDBD46891}"/>
              </a:ext>
            </a:extLst>
          </p:cNvPr>
          <p:cNvSpPr>
            <a:spLocks noGrp="1"/>
          </p:cNvSpPr>
          <p:nvPr>
            <p:ph type="title"/>
          </p:nvPr>
        </p:nvSpPr>
        <p:spPr/>
        <p:txBody>
          <a:bodyPr/>
          <a:lstStyle/>
          <a:p>
            <a:r>
              <a:rPr lang="en-US" dirty="0" err="1"/>
              <a:t>MoMs</a:t>
            </a:r>
            <a:r>
              <a:rPr lang="en-US" dirty="0"/>
              <a:t>: 6/27:</a:t>
            </a:r>
          </a:p>
        </p:txBody>
      </p:sp>
      <p:sp>
        <p:nvSpPr>
          <p:cNvPr id="3" name="Text Placeholder 2">
            <a:extLst>
              <a:ext uri="{FF2B5EF4-FFF2-40B4-BE49-F238E27FC236}">
                <a16:creationId xmlns:a16="http://schemas.microsoft.com/office/drawing/2014/main" id="{B4949949-0F24-1747-84BC-9AAA0958EE70}"/>
              </a:ext>
            </a:extLst>
          </p:cNvPr>
          <p:cNvSpPr>
            <a:spLocks noGrp="1"/>
          </p:cNvSpPr>
          <p:nvPr>
            <p:ph type="body" sz="quarter" idx="10"/>
          </p:nvPr>
        </p:nvSpPr>
        <p:spPr>
          <a:xfrm>
            <a:off x="417599" y="763199"/>
            <a:ext cx="8308800" cy="4101967"/>
          </a:xfrm>
        </p:spPr>
        <p:txBody>
          <a:bodyPr/>
          <a:lstStyle/>
          <a:p>
            <a:pPr>
              <a:buNone/>
            </a:pPr>
            <a:r>
              <a:rPr lang="en-US" sz="1600" dirty="0">
                <a:effectLst/>
              </a:rPr>
              <a:t>Jotting down some insights for NR list from the </a:t>
            </a:r>
            <a:r>
              <a:rPr lang="en-US" sz="1600" dirty="0" err="1">
                <a:effectLst/>
              </a:rPr>
              <a:t>xls</a:t>
            </a:r>
            <a:r>
              <a:rPr lang="en-US" sz="1600" dirty="0">
                <a:effectLst/>
              </a:rPr>
              <a:t> shared:</a:t>
            </a:r>
          </a:p>
          <a:p>
            <a:pPr>
              <a:buFont typeface="+mj-lt"/>
              <a:buAutoNum type="arabicPeriod"/>
            </a:pPr>
            <a:r>
              <a:rPr lang="en-US" sz="1600" dirty="0">
                <a:effectLst/>
                <a:hlinkClick r:id="rId2" tooltip="https://jira.infinera.com/browse/gx-175382"/>
              </a:rPr>
              <a:t>GX-175382</a:t>
            </a:r>
            <a:r>
              <a:rPr lang="en-US" sz="1600" dirty="0">
                <a:effectLst/>
              </a:rPr>
              <a:t>:  </a:t>
            </a:r>
            <a:r>
              <a:rPr lang="en-US" sz="1600" i="1" u="sng" dirty="0">
                <a:effectLst/>
              </a:rPr>
              <a:t>FW update was not sent to </a:t>
            </a:r>
            <a:r>
              <a:rPr lang="en-US" sz="1600" i="1" u="sng" dirty="0" err="1">
                <a:effectLst/>
              </a:rPr>
              <a:t>eqm</a:t>
            </a:r>
            <a:r>
              <a:rPr lang="en-US" sz="1600" dirty="0">
                <a:effectLst/>
              </a:rPr>
              <a:t>. 2nd reboot showed upgrade failure. 3rd reboot finally had successful upgrade which updated </a:t>
            </a:r>
            <a:r>
              <a:rPr lang="en-US" sz="1600" dirty="0" err="1">
                <a:effectLst/>
              </a:rPr>
              <a:t>eqm</a:t>
            </a:r>
            <a:r>
              <a:rPr lang="en-US" sz="1600" dirty="0">
                <a:effectLst/>
              </a:rPr>
              <a:t> and traffic came up. NXP logs are missing. </a:t>
            </a:r>
            <a:r>
              <a:rPr lang="en-US" sz="1600" i="1" u="sng" dirty="0">
                <a:effectLst/>
              </a:rPr>
              <a:t>Due to no logs can't debug issue further to see why version update wasn't communicated</a:t>
            </a:r>
            <a:r>
              <a:rPr lang="en-US" sz="1600" dirty="0">
                <a:effectLst/>
              </a:rPr>
              <a:t> in card. </a:t>
            </a:r>
            <a:endParaRPr lang="en-US" sz="1600" dirty="0"/>
          </a:p>
          <a:p>
            <a:pPr>
              <a:buFont typeface="+mj-lt"/>
              <a:buAutoNum type="arabicPeriod"/>
            </a:pPr>
            <a:r>
              <a:rPr lang="en-US" sz="1600" dirty="0">
                <a:effectLst/>
                <a:hlinkClick r:id="rId3" tooltip="https://jira.infinera.com/browse/gx-171832"/>
              </a:rPr>
              <a:t>GX-171832</a:t>
            </a:r>
            <a:r>
              <a:rPr lang="en-US" sz="1600" dirty="0">
                <a:effectLst/>
              </a:rPr>
              <a:t>: It appears there is a </a:t>
            </a:r>
            <a:r>
              <a:rPr lang="en-US" sz="1600" i="1" u="sng" dirty="0">
                <a:effectLst/>
              </a:rPr>
              <a:t>race condition in NXP</a:t>
            </a:r>
            <a:r>
              <a:rPr lang="en-US" sz="1600" dirty="0">
                <a:effectLst/>
              </a:rPr>
              <a:t> where partition sync might occur after the upgrade application stage. Although the probability is low, it happened in this instance.</a:t>
            </a:r>
            <a:endParaRPr lang="en-US" sz="1600" dirty="0"/>
          </a:p>
          <a:p>
            <a:pPr>
              <a:buFont typeface="+mj-lt"/>
              <a:buAutoNum type="arabicPeriod"/>
            </a:pPr>
            <a:r>
              <a:rPr lang="en-US" sz="1600" dirty="0">
                <a:effectLst/>
              </a:rPr>
              <a:t>Unlike CHM6, NXP has a different approach to partition sync, performing periodic checks every 15 minutes.</a:t>
            </a:r>
            <a:endParaRPr lang="en-US" sz="1600" dirty="0"/>
          </a:p>
          <a:p>
            <a:pPr>
              <a:buFont typeface="+mj-lt"/>
              <a:buAutoNum type="arabicPeriod"/>
            </a:pPr>
            <a:r>
              <a:rPr lang="en-US" sz="1600" dirty="0">
                <a:effectLst/>
                <a:hlinkClick r:id="rId4" tooltip="https://jira.infinera.com/browse/gx-152780"/>
              </a:rPr>
              <a:t>GX-152780</a:t>
            </a:r>
            <a:r>
              <a:rPr lang="en-US" sz="1600" dirty="0">
                <a:effectLst/>
              </a:rPr>
              <a:t>: There was</a:t>
            </a:r>
            <a:r>
              <a:rPr lang="en-US" sz="1600" i="1" u="sng" dirty="0">
                <a:effectLst/>
              </a:rPr>
              <a:t> </a:t>
            </a:r>
            <a:r>
              <a:rPr lang="en-US" sz="1600" i="1" u="sng" dirty="0" err="1">
                <a:effectLst/>
              </a:rPr>
              <a:t>controlplane</a:t>
            </a:r>
            <a:r>
              <a:rPr lang="en-US" sz="1600" i="1" u="sng" dirty="0">
                <a:effectLst/>
              </a:rPr>
              <a:t> </a:t>
            </a:r>
            <a:r>
              <a:rPr lang="en-US" sz="1600" i="1" u="sng" dirty="0" err="1">
                <a:effectLst/>
              </a:rPr>
              <a:t>ms</a:t>
            </a:r>
            <a:r>
              <a:rPr lang="en-US" sz="1600" i="1" u="sng" dirty="0">
                <a:effectLst/>
              </a:rPr>
              <a:t> restart in chm6.</a:t>
            </a:r>
            <a:r>
              <a:rPr lang="en-US" sz="1600" dirty="0">
                <a:effectLst/>
              </a:rPr>
              <a:t> That might have caused an issue with communication with XMM4. Need to restart </a:t>
            </a:r>
            <a:r>
              <a:rPr lang="en-US" sz="1600" dirty="0" err="1">
                <a:effectLst/>
              </a:rPr>
              <a:t>dhcpd</a:t>
            </a:r>
            <a:r>
              <a:rPr lang="en-US" sz="1600" dirty="0">
                <a:effectLst/>
              </a:rPr>
              <a:t> in chm6 when ever </a:t>
            </a:r>
            <a:r>
              <a:rPr lang="en-US" sz="1600" dirty="0" err="1">
                <a:effectLst/>
              </a:rPr>
              <a:t>timeshift</a:t>
            </a:r>
            <a:r>
              <a:rPr lang="en-US" sz="1600" dirty="0">
                <a:effectLst/>
              </a:rPr>
              <a:t> happens.</a:t>
            </a:r>
            <a:endParaRPr lang="en-US" sz="1600" dirty="0"/>
          </a:p>
          <a:p>
            <a:pPr>
              <a:buFont typeface="+mj-lt"/>
              <a:buAutoNum type="arabicPeriod"/>
            </a:pPr>
            <a:r>
              <a:rPr lang="en-US" sz="1600" dirty="0">
                <a:effectLst/>
                <a:hlinkClick r:id="rId5" tooltip="https://jira.infinera.com/browse/gx-143122"/>
              </a:rPr>
              <a:t>GX-143122</a:t>
            </a:r>
            <a:r>
              <a:rPr lang="en-US" sz="1600" dirty="0">
                <a:effectLst/>
              </a:rPr>
              <a:t>: There is </a:t>
            </a:r>
            <a:r>
              <a:rPr lang="en-US" sz="1600" i="1" u="sng" dirty="0">
                <a:effectLst/>
              </a:rPr>
              <a:t>SDK exception while configuring one of the Tx </a:t>
            </a:r>
            <a:r>
              <a:rPr lang="en-US" sz="1600" i="1" u="sng" dirty="0" err="1">
                <a:effectLst/>
              </a:rPr>
              <a:t>Apj</a:t>
            </a:r>
            <a:r>
              <a:rPr lang="en-US" sz="1600" i="1" u="sng" dirty="0">
                <a:effectLst/>
              </a:rPr>
              <a:t> parameter</a:t>
            </a:r>
            <a:r>
              <a:rPr lang="en-US" sz="1600" dirty="0">
                <a:effectLst/>
              </a:rPr>
              <a:t> </a:t>
            </a:r>
            <a:r>
              <a:rPr lang="en-US" sz="1600" dirty="0" err="1">
                <a:effectLst/>
              </a:rPr>
              <a:t>PilotAvgnSS</a:t>
            </a:r>
            <a:r>
              <a:rPr lang="en-US" sz="1600" dirty="0">
                <a:effectLst/>
              </a:rPr>
              <a:t>. It crashed and invoked powerdowndco.sh script to power down </a:t>
            </a:r>
            <a:r>
              <a:rPr lang="en-US" sz="1600" dirty="0" err="1">
                <a:effectLst/>
              </a:rPr>
              <a:t>dco</a:t>
            </a:r>
            <a:endParaRPr lang="en-US" sz="1600" dirty="0"/>
          </a:p>
          <a:p>
            <a:pPr>
              <a:buFont typeface="+mj-lt"/>
              <a:buAutoNum type="arabicPeriod"/>
            </a:pPr>
            <a:r>
              <a:rPr lang="en-US" sz="1600" dirty="0">
                <a:effectLst/>
                <a:hlinkClick r:id="rId6" tooltip="https://jira.infinera.com/browse/gx-137280"/>
              </a:rPr>
              <a:t>GX-137280</a:t>
            </a:r>
            <a:r>
              <a:rPr lang="en-US" sz="1600" dirty="0">
                <a:effectLst/>
              </a:rPr>
              <a:t>: </a:t>
            </a:r>
            <a:r>
              <a:rPr lang="en-US" sz="1600" i="1" u="sng" dirty="0">
                <a:effectLst/>
              </a:rPr>
              <a:t>There were 2 instances of SWMD running</a:t>
            </a:r>
            <a:r>
              <a:rPr lang="en-US" sz="1600" dirty="0">
                <a:effectLst/>
              </a:rPr>
              <a:t>, that caused issue with </a:t>
            </a:r>
            <a:r>
              <a:rPr lang="en-US" sz="1600" dirty="0" err="1">
                <a:effectLst/>
              </a:rPr>
              <a:t>sw</a:t>
            </a:r>
            <a:r>
              <a:rPr lang="en-US" sz="1600" dirty="0">
                <a:effectLst/>
              </a:rPr>
              <a:t>-version update on CHM6</a:t>
            </a:r>
            <a:r>
              <a:rPr lang="en-US" sz="1600" dirty="0"/>
              <a:t>							continued…</a:t>
            </a:r>
          </a:p>
          <a:p>
            <a:endParaRPr lang="en-US" sz="1600" dirty="0"/>
          </a:p>
        </p:txBody>
      </p:sp>
    </p:spTree>
    <p:extLst>
      <p:ext uri="{BB962C8B-B14F-4D97-AF65-F5344CB8AC3E}">
        <p14:creationId xmlns:p14="http://schemas.microsoft.com/office/powerpoint/2010/main" val="31338309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5FF85-C0D8-BC9C-453B-EB09575573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10FAF5-DB18-2C0F-A0C3-1B1594297A83}"/>
              </a:ext>
            </a:extLst>
          </p:cNvPr>
          <p:cNvSpPr>
            <a:spLocks noGrp="1"/>
          </p:cNvSpPr>
          <p:nvPr>
            <p:ph type="title"/>
          </p:nvPr>
        </p:nvSpPr>
        <p:spPr/>
        <p:txBody>
          <a:bodyPr/>
          <a:lstStyle/>
          <a:p>
            <a:r>
              <a:rPr lang="en-US" dirty="0" err="1"/>
              <a:t>MoMs</a:t>
            </a:r>
            <a:r>
              <a:rPr lang="en-US" dirty="0"/>
              <a:t>: 6/27:</a:t>
            </a:r>
          </a:p>
        </p:txBody>
      </p:sp>
      <p:sp>
        <p:nvSpPr>
          <p:cNvPr id="3" name="Text Placeholder 2">
            <a:extLst>
              <a:ext uri="{FF2B5EF4-FFF2-40B4-BE49-F238E27FC236}">
                <a16:creationId xmlns:a16="http://schemas.microsoft.com/office/drawing/2014/main" id="{AB6F0A2C-92F4-D1E4-C9F9-24830934D549}"/>
              </a:ext>
            </a:extLst>
          </p:cNvPr>
          <p:cNvSpPr>
            <a:spLocks noGrp="1"/>
          </p:cNvSpPr>
          <p:nvPr>
            <p:ph type="body" sz="quarter" idx="10"/>
          </p:nvPr>
        </p:nvSpPr>
        <p:spPr>
          <a:xfrm>
            <a:off x="417599" y="763199"/>
            <a:ext cx="8308800" cy="4101967"/>
          </a:xfrm>
        </p:spPr>
        <p:txBody>
          <a:bodyPr/>
          <a:lstStyle/>
          <a:p>
            <a:pPr>
              <a:buNone/>
            </a:pPr>
            <a:r>
              <a:rPr lang="en-US" sz="1600" dirty="0">
                <a:effectLst/>
              </a:rPr>
              <a:t>Suresh’s asks for NRs above:</a:t>
            </a:r>
          </a:p>
          <a:p>
            <a:pPr marL="342900" indent="-342900">
              <a:buAutoNum type="arabicPeriod"/>
            </a:pPr>
            <a:r>
              <a:rPr lang="en-US" sz="1600" dirty="0">
                <a:effectLst/>
                <a:latin typeface="-apple-system"/>
              </a:rPr>
              <a:t>GX175382 : why </a:t>
            </a:r>
            <a:r>
              <a:rPr lang="en-US" sz="1600" dirty="0" err="1">
                <a:effectLst/>
                <a:latin typeface="-apple-system"/>
              </a:rPr>
              <a:t>dont</a:t>
            </a:r>
            <a:r>
              <a:rPr lang="en-US" sz="1600" dirty="0">
                <a:effectLst/>
                <a:latin typeface="-apple-system"/>
              </a:rPr>
              <a:t> we have NXP logs ? Is it s design problem ? </a:t>
            </a:r>
          </a:p>
          <a:p>
            <a:pPr marL="342900" indent="-342900">
              <a:buAutoNum type="arabicPeriod"/>
            </a:pPr>
            <a:r>
              <a:rPr lang="en-US" sz="1600" dirty="0">
                <a:effectLst/>
                <a:latin typeface="-apple-system"/>
                <a:hlinkClick r:id="rId2" tooltip="https://jira.infinera.com/browse/gx-171832"/>
              </a:rPr>
              <a:t>GX-171832</a:t>
            </a:r>
            <a:r>
              <a:rPr lang="en-US" sz="1600" dirty="0">
                <a:effectLst/>
                <a:latin typeface="-apple-system"/>
              </a:rPr>
              <a:t>: Have we drawn the application states of the upgrade flow vs the dynamic events that the system can experience to be able to design for eventualities ?</a:t>
            </a:r>
          </a:p>
          <a:p>
            <a:pPr marL="342900" indent="-342900">
              <a:buAutoNum type="arabicPeriod"/>
            </a:pPr>
            <a:r>
              <a:rPr lang="en-US" sz="1600" dirty="0">
                <a:effectLst/>
                <a:latin typeface="-apple-system"/>
              </a:rPr>
              <a:t>Unlike CHM6, NXP has a different approach to partition sync, performing periodic checks every 15 minutes.&gt; What is the implication of this ? </a:t>
            </a:r>
          </a:p>
          <a:p>
            <a:pPr marL="342900" indent="-342900">
              <a:buAutoNum type="arabicPeriod"/>
            </a:pPr>
            <a:r>
              <a:rPr lang="en-US" sz="1600" dirty="0">
                <a:effectLst/>
                <a:latin typeface="-apple-system"/>
              </a:rPr>
              <a:t>GX-152780: </a:t>
            </a:r>
            <a:r>
              <a:rPr lang="en-US" sz="1600" dirty="0" err="1">
                <a:effectLst/>
                <a:latin typeface="-apple-system"/>
              </a:rPr>
              <a:t>Thsi</a:t>
            </a:r>
            <a:r>
              <a:rPr lang="en-US" sz="1600" dirty="0">
                <a:effectLst/>
                <a:latin typeface="-apple-system"/>
              </a:rPr>
              <a:t> falls under the category of event vs state design considerations. tell me if it is not. Control plane restart is a common issue and it is a dynamic event , how does the system flow get affected and what resilience do we have in this context ?  </a:t>
            </a:r>
          </a:p>
          <a:p>
            <a:pPr marL="342900" indent="-342900">
              <a:buAutoNum type="arabicPeriod"/>
            </a:pPr>
            <a:r>
              <a:rPr lang="en-US" sz="1600" dirty="0">
                <a:effectLst/>
                <a:latin typeface="-apple-system"/>
              </a:rPr>
              <a:t>GX-143122: this </a:t>
            </a:r>
            <a:r>
              <a:rPr lang="en-US" sz="1600" dirty="0" err="1">
                <a:effectLst/>
                <a:latin typeface="-apple-system"/>
              </a:rPr>
              <a:t>doesnt</a:t>
            </a:r>
            <a:r>
              <a:rPr lang="en-US" sz="1600" dirty="0">
                <a:effectLst/>
                <a:latin typeface="-apple-system"/>
              </a:rPr>
              <a:t> seem to have anything to do with upgrade as such, just missing robustness or missing completeness in the unit test </a:t>
            </a:r>
          </a:p>
          <a:p>
            <a:pPr marL="342900" indent="-342900">
              <a:buAutoNum type="arabicPeriod"/>
            </a:pPr>
            <a:r>
              <a:rPr lang="en-US" sz="1600" dirty="0">
                <a:effectLst/>
                <a:latin typeface="-apple-system"/>
              </a:rPr>
              <a:t>GX-137280: Why does it cause any issue for </a:t>
            </a:r>
            <a:r>
              <a:rPr lang="en-US" sz="1600" dirty="0" err="1">
                <a:effectLst/>
                <a:latin typeface="-apple-system"/>
              </a:rPr>
              <a:t>sw</a:t>
            </a:r>
            <a:r>
              <a:rPr lang="en-US" sz="1600" dirty="0">
                <a:effectLst/>
                <a:latin typeface="-apple-system"/>
              </a:rPr>
              <a:t>-version update ? what is the expectation  ? </a:t>
            </a:r>
          </a:p>
        </p:txBody>
      </p:sp>
    </p:spTree>
    <p:extLst>
      <p:ext uri="{BB962C8B-B14F-4D97-AF65-F5344CB8AC3E}">
        <p14:creationId xmlns:p14="http://schemas.microsoft.com/office/powerpoint/2010/main" val="19650583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298CC-62E0-0502-11E7-0672579F4F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78EC2D-9565-E559-0EBD-E4FA7CB46188}"/>
              </a:ext>
            </a:extLst>
          </p:cNvPr>
          <p:cNvSpPr>
            <a:spLocks noGrp="1"/>
          </p:cNvSpPr>
          <p:nvPr>
            <p:ph type="title"/>
          </p:nvPr>
        </p:nvSpPr>
        <p:spPr/>
        <p:txBody>
          <a:bodyPr/>
          <a:lstStyle/>
          <a:p>
            <a:r>
              <a:rPr lang="en-US" dirty="0" err="1"/>
              <a:t>MoMs</a:t>
            </a:r>
            <a:r>
              <a:rPr lang="en-US" dirty="0"/>
              <a:t>: 6/27:</a:t>
            </a:r>
          </a:p>
        </p:txBody>
      </p:sp>
      <p:sp>
        <p:nvSpPr>
          <p:cNvPr id="3" name="Text Placeholder 2">
            <a:extLst>
              <a:ext uri="{FF2B5EF4-FFF2-40B4-BE49-F238E27FC236}">
                <a16:creationId xmlns:a16="http://schemas.microsoft.com/office/drawing/2014/main" id="{BCDFA730-39BE-4406-273C-6AA15F1BC233}"/>
              </a:ext>
            </a:extLst>
          </p:cNvPr>
          <p:cNvSpPr>
            <a:spLocks noGrp="1"/>
          </p:cNvSpPr>
          <p:nvPr>
            <p:ph type="body" sz="quarter" idx="10"/>
          </p:nvPr>
        </p:nvSpPr>
        <p:spPr>
          <a:xfrm>
            <a:off x="417599" y="763199"/>
            <a:ext cx="8308800" cy="4101967"/>
          </a:xfrm>
        </p:spPr>
        <p:txBody>
          <a:bodyPr/>
          <a:lstStyle/>
          <a:p>
            <a:pPr>
              <a:buNone/>
            </a:pPr>
            <a:r>
              <a:rPr lang="en-US" dirty="0">
                <a:effectLst/>
                <a:latin typeface="-apple-system"/>
              </a:rPr>
              <a:t> 2) how did each issue impact the customer at a higher level </a:t>
            </a:r>
          </a:p>
          <a:p>
            <a:pPr>
              <a:buNone/>
            </a:pPr>
            <a:r>
              <a:rPr lang="en-US" dirty="0">
                <a:effectLst/>
                <a:latin typeface="-apple-system"/>
              </a:rPr>
              <a:t> 3) what was the customer behavior. / environment </a:t>
            </a:r>
          </a:p>
          <a:p>
            <a:pPr>
              <a:buNone/>
            </a:pPr>
            <a:r>
              <a:rPr lang="en-US" dirty="0">
                <a:effectLst/>
                <a:latin typeface="-apple-system"/>
              </a:rPr>
              <a:t> 4) How were we lacking on Design for Service </a:t>
            </a:r>
          </a:p>
          <a:p>
            <a:pPr>
              <a:buNone/>
            </a:pPr>
            <a:r>
              <a:rPr lang="en-US" dirty="0">
                <a:effectLst/>
                <a:latin typeface="-apple-system"/>
              </a:rPr>
              <a:t> 5) clearly DFS is not great since several of the issues are not </a:t>
            </a:r>
            <a:r>
              <a:rPr lang="en-US" dirty="0" err="1">
                <a:effectLst/>
                <a:latin typeface="-apple-system"/>
              </a:rPr>
              <a:t>repro’ed</a:t>
            </a:r>
            <a:endParaRPr lang="en-US" dirty="0">
              <a:latin typeface="-apple-system"/>
            </a:endParaRPr>
          </a:p>
          <a:p>
            <a:pPr>
              <a:buNone/>
            </a:pPr>
            <a:r>
              <a:rPr lang="en-US" dirty="0">
                <a:effectLst/>
                <a:latin typeface="-apple-system"/>
              </a:rPr>
              <a:t>6) Are we designing for resilience ( least impact on the system and n/w due to faults )  </a:t>
            </a:r>
          </a:p>
          <a:p>
            <a:pPr>
              <a:buNone/>
            </a:pPr>
            <a:r>
              <a:rPr lang="en-US" dirty="0">
                <a:effectLst/>
                <a:latin typeface="-apple-system"/>
              </a:rPr>
              <a:t> 7) Are we able to produce architecture guidelines due to these CFD's ? </a:t>
            </a:r>
          </a:p>
          <a:p>
            <a:r>
              <a:rPr lang="en-US" dirty="0">
                <a:effectLst/>
                <a:latin typeface="-apple-system"/>
              </a:rPr>
              <a:t> </a:t>
            </a:r>
            <a:r>
              <a:rPr lang="en-US" dirty="0"/>
              <a:t>8 ) design guidelines ? Coding guidelines </a:t>
            </a:r>
            <a:r>
              <a:rPr lang="en-US" dirty="0" err="1"/>
              <a:t>etc</a:t>
            </a:r>
            <a:r>
              <a:rPr lang="en-US" dirty="0"/>
              <a:t> </a:t>
            </a:r>
          </a:p>
          <a:p>
            <a:pPr>
              <a:buNone/>
            </a:pPr>
            <a:endParaRPr lang="en-US" dirty="0"/>
          </a:p>
          <a:p>
            <a:pPr>
              <a:buNone/>
            </a:pPr>
            <a:r>
              <a:rPr lang="en-US" dirty="0"/>
              <a:t>Points from Anoop for Meta:</a:t>
            </a:r>
          </a:p>
          <a:p>
            <a:pPr marL="342900" indent="-342900">
              <a:buAutoNum type="arabicPeriod"/>
            </a:pPr>
            <a:r>
              <a:rPr lang="en-US" dirty="0"/>
              <a:t>Resource usage in the long run, and software behaving inconsistently over prolonged usage, hard to reproduce in our setup. Maybe the long running customer test chain you are planning to buy helps here Andreas Schuch (Nokia) .</a:t>
            </a:r>
          </a:p>
          <a:p>
            <a:pPr marL="342900" indent="-342900">
              <a:buAutoNum type="arabicPeriod"/>
            </a:pPr>
            <a:r>
              <a:rPr lang="en-US" dirty="0"/>
              <a:t>Slowness of upgrades he said this is also partially due to slowness of </a:t>
            </a:r>
            <a:r>
              <a:rPr lang="en-US" dirty="0" err="1"/>
              <a:t>hw</a:t>
            </a:r>
            <a:r>
              <a:rPr lang="en-US" dirty="0"/>
              <a:t> components.</a:t>
            </a:r>
          </a:p>
          <a:p>
            <a:pPr marL="342900" indent="-342900">
              <a:buAutoNum type="arabicPeriod"/>
            </a:pPr>
            <a:r>
              <a:rPr lang="en-US" dirty="0"/>
              <a:t>A release upgrade matrix that's too complex to execute, because we have many in field versions.					</a:t>
            </a:r>
          </a:p>
        </p:txBody>
      </p:sp>
    </p:spTree>
    <p:extLst>
      <p:ext uri="{BB962C8B-B14F-4D97-AF65-F5344CB8AC3E}">
        <p14:creationId xmlns:p14="http://schemas.microsoft.com/office/powerpoint/2010/main" val="8588865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D749E-444C-E4BA-EB55-BE462B58DE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8A0BD-516E-B4AC-CE4D-4E724D47E5D0}"/>
              </a:ext>
            </a:extLst>
          </p:cNvPr>
          <p:cNvSpPr>
            <a:spLocks noGrp="1"/>
          </p:cNvSpPr>
          <p:nvPr>
            <p:ph type="title"/>
          </p:nvPr>
        </p:nvSpPr>
        <p:spPr>
          <a:xfrm>
            <a:off x="417531" y="2017040"/>
            <a:ext cx="4896000" cy="622233"/>
          </a:xfrm>
        </p:spPr>
        <p:txBody>
          <a:bodyPr/>
          <a:lstStyle/>
          <a:p>
            <a:r>
              <a:rPr lang="en-US" dirty="0"/>
              <a:t>Backup Data</a:t>
            </a:r>
            <a:br>
              <a:rPr lang="en-US" dirty="0"/>
            </a:br>
            <a:br>
              <a:rPr lang="en-US" sz="1800" dirty="0"/>
            </a:br>
            <a:endParaRPr lang="en-US" dirty="0"/>
          </a:p>
        </p:txBody>
      </p:sp>
      <p:sp>
        <p:nvSpPr>
          <p:cNvPr id="3" name="Title 1">
            <a:extLst>
              <a:ext uri="{FF2B5EF4-FFF2-40B4-BE49-F238E27FC236}">
                <a16:creationId xmlns:a16="http://schemas.microsoft.com/office/drawing/2014/main" id="{43A9AC4E-AA04-6715-3284-115DDE216B8C}"/>
              </a:ext>
            </a:extLst>
          </p:cNvPr>
          <p:cNvSpPr txBox="1">
            <a:spLocks/>
          </p:cNvSpPr>
          <p:nvPr/>
        </p:nvSpPr>
        <p:spPr>
          <a:xfrm>
            <a:off x="417531" y="2515348"/>
            <a:ext cx="4896000"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endParaRPr lang="en-US" dirty="0"/>
          </a:p>
        </p:txBody>
      </p:sp>
    </p:spTree>
    <p:extLst>
      <p:ext uri="{BB962C8B-B14F-4D97-AF65-F5344CB8AC3E}">
        <p14:creationId xmlns:p14="http://schemas.microsoft.com/office/powerpoint/2010/main" val="42563181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EB283-4141-4028-E1DE-8FC5978068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A6FB278-F6F8-1D4B-43E2-0428B8992BDB}"/>
              </a:ext>
            </a:extLst>
          </p:cNvPr>
          <p:cNvSpPr>
            <a:spLocks noGrp="1"/>
          </p:cNvSpPr>
          <p:nvPr>
            <p:ph type="title"/>
          </p:nvPr>
        </p:nvSpPr>
        <p:spPr>
          <a:xfrm>
            <a:off x="491018" y="202441"/>
            <a:ext cx="8308800" cy="342000"/>
          </a:xfrm>
        </p:spPr>
        <p:txBody>
          <a:bodyPr/>
          <a:lstStyle/>
          <a:p>
            <a:r>
              <a:rPr lang="en-US" dirty="0"/>
              <a:t>RRT Recommendation:</a:t>
            </a:r>
          </a:p>
        </p:txBody>
      </p:sp>
      <p:sp>
        <p:nvSpPr>
          <p:cNvPr id="7" name="Text Placeholder 6">
            <a:extLst>
              <a:ext uri="{FF2B5EF4-FFF2-40B4-BE49-F238E27FC236}">
                <a16:creationId xmlns:a16="http://schemas.microsoft.com/office/drawing/2014/main" id="{8C7ECCF1-27D9-D7F3-999C-FFCB45B661B7}"/>
              </a:ext>
            </a:extLst>
          </p:cNvPr>
          <p:cNvSpPr>
            <a:spLocks noGrp="1"/>
          </p:cNvSpPr>
          <p:nvPr>
            <p:ph type="body" sz="quarter" idx="10"/>
          </p:nvPr>
        </p:nvSpPr>
        <p:spPr>
          <a:xfrm>
            <a:off x="417599" y="763199"/>
            <a:ext cx="8308800" cy="3708683"/>
          </a:xfrm>
        </p:spPr>
        <p:txBody>
          <a:bodyPr/>
          <a:lstStyle/>
          <a:p>
            <a:pPr marL="285750" indent="-285750">
              <a:buFont typeface="Arial" panose="020B0604020202020204" pitchFamily="34" charset="0"/>
              <a:buChar char="•"/>
            </a:pPr>
            <a:r>
              <a:rPr lang="en-US" dirty="0"/>
              <a:t>Check all FS corruption and modes before upgrade.</a:t>
            </a:r>
          </a:p>
          <a:p>
            <a:pPr marL="285750" indent="-285750">
              <a:buFont typeface="Arial" panose="020B0604020202020204" pitchFamily="34" charset="0"/>
              <a:buChar char="•"/>
            </a:pPr>
            <a:r>
              <a:rPr lang="en-US" dirty="0"/>
              <a:t>Internal links/HW (I2C, PCIe) failure detections.</a:t>
            </a:r>
          </a:p>
          <a:p>
            <a:pPr marL="285750" indent="-285750">
              <a:buFont typeface="Arial" panose="020B0604020202020204" pitchFamily="34" charset="0"/>
              <a:buChar char="•"/>
            </a:pPr>
            <a:r>
              <a:rPr lang="en-US" dirty="0"/>
              <a:t>Granular Upgradability.</a:t>
            </a:r>
          </a:p>
          <a:p>
            <a:pPr marL="285750" indent="-285750">
              <a:buFont typeface="Arial" panose="020B0604020202020204" pitchFamily="34" charset="0"/>
              <a:buChar char="•"/>
            </a:pPr>
            <a:r>
              <a:rPr lang="en-US" dirty="0"/>
              <a:t>Dynamic pre-upgrade scripting.</a:t>
            </a:r>
          </a:p>
          <a:p>
            <a:endParaRPr lang="en-US" dirty="0"/>
          </a:p>
          <a:p>
            <a:endParaRPr lang="en-US" dirty="0"/>
          </a:p>
          <a:p>
            <a:endParaRPr lang="en-US" dirty="0"/>
          </a:p>
        </p:txBody>
      </p:sp>
    </p:spTree>
    <p:extLst>
      <p:ext uri="{BB962C8B-B14F-4D97-AF65-F5344CB8AC3E}">
        <p14:creationId xmlns:p14="http://schemas.microsoft.com/office/powerpoint/2010/main" val="1776081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A1DA3-B1D4-4ED2-9735-6C432E8E71CB}"/>
              </a:ext>
            </a:extLst>
          </p:cNvPr>
          <p:cNvSpPr>
            <a:spLocks noGrp="1"/>
          </p:cNvSpPr>
          <p:nvPr>
            <p:ph type="title"/>
          </p:nvPr>
        </p:nvSpPr>
        <p:spPr>
          <a:xfrm>
            <a:off x="150019" y="6825"/>
            <a:ext cx="8562856" cy="650401"/>
          </a:xfrm>
        </p:spPr>
        <p:txBody>
          <a:bodyPr>
            <a:normAutofit/>
          </a:bodyPr>
          <a:lstStyle/>
          <a:p>
            <a:r>
              <a:rPr lang="en-US" sz="2400" dirty="0">
                <a:solidFill>
                  <a:schemeClr val="tx1">
                    <a:lumMod val="50000"/>
                    <a:lumOff val="50000"/>
                  </a:schemeClr>
                </a:solidFill>
              </a:rPr>
              <a:t>Inputs from SRD lead</a:t>
            </a:r>
          </a:p>
        </p:txBody>
      </p:sp>
      <p:graphicFrame>
        <p:nvGraphicFramePr>
          <p:cNvPr id="13" name="Content Placeholder 12">
            <a:extLst>
              <a:ext uri="{FF2B5EF4-FFF2-40B4-BE49-F238E27FC236}">
                <a16:creationId xmlns:a16="http://schemas.microsoft.com/office/drawing/2014/main" id="{E40ED2EA-B50E-40EF-8973-FFA0FBB36977}"/>
              </a:ext>
            </a:extLst>
          </p:cNvPr>
          <p:cNvGraphicFramePr>
            <a:graphicFrameLocks noGrp="1"/>
          </p:cNvGraphicFramePr>
          <p:nvPr>
            <p:ph idx="1"/>
            <p:extLst>
              <p:ext uri="{D42A27DB-BD31-4B8C-83A1-F6EECF244321}">
                <p14:modId xmlns:p14="http://schemas.microsoft.com/office/powerpoint/2010/main" val="1675370041"/>
              </p:ext>
            </p:extLst>
          </p:nvPr>
        </p:nvGraphicFramePr>
        <p:xfrm>
          <a:off x="290572" y="657226"/>
          <a:ext cx="8499681" cy="4323265"/>
        </p:xfrm>
        <a:graphic>
          <a:graphicData uri="http://schemas.openxmlformats.org/drawingml/2006/table">
            <a:tbl>
              <a:tblPr>
                <a:tableStyleId>{5C22544A-7EE6-4342-B048-85BDC9FD1C3A}</a:tableStyleId>
              </a:tblPr>
              <a:tblGrid>
                <a:gridCol w="3332474">
                  <a:extLst>
                    <a:ext uri="{9D8B030D-6E8A-4147-A177-3AD203B41FA5}">
                      <a16:colId xmlns:a16="http://schemas.microsoft.com/office/drawing/2014/main" val="3223296667"/>
                    </a:ext>
                  </a:extLst>
                </a:gridCol>
                <a:gridCol w="5167207">
                  <a:extLst>
                    <a:ext uri="{9D8B030D-6E8A-4147-A177-3AD203B41FA5}">
                      <a16:colId xmlns:a16="http://schemas.microsoft.com/office/drawing/2014/main" val="2529468351"/>
                    </a:ext>
                  </a:extLst>
                </a:gridCol>
              </a:tblGrid>
              <a:tr h="190047">
                <a:tc>
                  <a:txBody>
                    <a:bodyPr/>
                    <a:lstStyle/>
                    <a:p>
                      <a:pPr algn="ctr" fontAlgn="t"/>
                      <a:r>
                        <a:rPr lang="en-US" sz="1100" b="1" u="sng" strike="noStrike" dirty="0">
                          <a:effectLst/>
                        </a:rPr>
                        <a:t>Text</a:t>
                      </a:r>
                      <a:endParaRPr lang="en-US" sz="1100" b="1" i="0" u="sng" strike="noStrike" dirty="0">
                        <a:solidFill>
                          <a:srgbClr val="000000"/>
                        </a:solidFill>
                        <a:effectLst/>
                        <a:latin typeface="Calibri" panose="020F0502020204030204" pitchFamily="34" charset="0"/>
                      </a:endParaRPr>
                    </a:p>
                  </a:txBody>
                  <a:tcPr marL="4763" marR="4763" marT="4763" marB="0"/>
                </a:tc>
                <a:tc>
                  <a:txBody>
                    <a:bodyPr/>
                    <a:lstStyle/>
                    <a:p>
                      <a:pPr algn="ctr" fontAlgn="t"/>
                      <a:r>
                        <a:rPr lang="en-US" sz="1100" b="1" u="sng" strike="noStrike" dirty="0">
                          <a:effectLst/>
                        </a:rPr>
                        <a:t>Architecture comment</a:t>
                      </a:r>
                      <a:endParaRPr lang="en-US" sz="1100" b="1" i="0" u="sng" strike="noStrike" dirty="0">
                        <a:solidFill>
                          <a:srgbClr val="000000"/>
                        </a:solidFill>
                        <a:effectLst/>
                        <a:latin typeface="Calibri" panose="020F0502020204030204" pitchFamily="34" charset="0"/>
                      </a:endParaRPr>
                    </a:p>
                  </a:txBody>
                  <a:tcPr marL="4763" marR="4763" marT="4763" marB="0"/>
                </a:tc>
                <a:extLst>
                  <a:ext uri="{0D108BD9-81ED-4DB2-BD59-A6C34878D82A}">
                    <a16:rowId xmlns:a16="http://schemas.microsoft.com/office/drawing/2014/main" val="3013880512"/>
                  </a:ext>
                </a:extLst>
              </a:tr>
              <a:tr h="760186">
                <a:tc>
                  <a:txBody>
                    <a:bodyPr/>
                    <a:lstStyle/>
                    <a:p>
                      <a:pPr algn="l" fontAlgn="t"/>
                      <a:r>
                        <a:rPr lang="en-US" sz="1200" u="none" strike="noStrike">
                          <a:effectLst/>
                        </a:rPr>
                        <a:t>Backward compatibility over new release</a:t>
                      </a:r>
                      <a:endParaRPr lang="en-US" sz="1200" b="0" i="0" u="none" strike="noStrike">
                        <a:solidFill>
                          <a:srgbClr val="000000"/>
                        </a:solidFill>
                        <a:effectLst/>
                        <a:latin typeface="Calibri" panose="020F0502020204030204" pitchFamily="34" charset="0"/>
                      </a:endParaRPr>
                    </a:p>
                  </a:txBody>
                  <a:tcPr marL="4763" marR="4763" marT="4763" marB="0"/>
                </a:tc>
                <a:tc>
                  <a:txBody>
                    <a:bodyPr/>
                    <a:lstStyle/>
                    <a:p>
                      <a:pPr algn="l" fontAlgn="t"/>
                      <a:r>
                        <a:rPr lang="en-US" sz="1200" u="none" strike="noStrike" dirty="0">
                          <a:effectLst/>
                        </a:rPr>
                        <a:t>We have the requirement, that backward compatibility is to be considered for up to two major releases back </a:t>
                      </a:r>
                      <a:br>
                        <a:rPr lang="en-US" sz="1200" u="none" strike="noStrike" dirty="0">
                          <a:effectLst/>
                        </a:rPr>
                      </a:br>
                      <a:r>
                        <a:rPr lang="en-US" sz="1200" u="none" strike="noStrike" dirty="0">
                          <a:effectLst/>
                        </a:rPr>
                        <a:t>Which upgrade paths really are supported depends on Customer Requirements, Test resources, and is subject to be decided by PLM and Release management.</a:t>
                      </a:r>
                      <a:endParaRPr lang="en-US" sz="1200" b="0" i="0" u="none" strike="noStrike" dirty="0">
                        <a:solidFill>
                          <a:srgbClr val="000000"/>
                        </a:solidFill>
                        <a:effectLst/>
                        <a:latin typeface="Calibri" panose="020F0502020204030204" pitchFamily="34" charset="0"/>
                      </a:endParaRPr>
                    </a:p>
                  </a:txBody>
                  <a:tcPr marL="4763" marR="4763" marT="4763" marB="0"/>
                </a:tc>
                <a:extLst>
                  <a:ext uri="{0D108BD9-81ED-4DB2-BD59-A6C34878D82A}">
                    <a16:rowId xmlns:a16="http://schemas.microsoft.com/office/drawing/2014/main" val="4014339596"/>
                  </a:ext>
                </a:extLst>
              </a:tr>
              <a:tr h="760186">
                <a:tc>
                  <a:txBody>
                    <a:bodyPr/>
                    <a:lstStyle/>
                    <a:p>
                      <a:pPr algn="l" fontAlgn="t"/>
                      <a:r>
                        <a:rPr lang="en-US" sz="1200" u="none" strike="noStrike" dirty="0">
                          <a:effectLst/>
                          <a:highlight>
                            <a:srgbClr val="FFFF00"/>
                          </a:highlight>
                        </a:rPr>
                        <a:t>Check all FS corruption and modes before upgrade</a:t>
                      </a:r>
                      <a:endParaRPr lang="en-US" sz="1200" b="0" i="0" u="none" strike="noStrike" dirty="0">
                        <a:solidFill>
                          <a:srgbClr val="000000"/>
                        </a:solidFill>
                        <a:effectLst/>
                        <a:highlight>
                          <a:srgbClr val="FFFF00"/>
                        </a:highlight>
                        <a:latin typeface="Calibri" panose="020F0502020204030204" pitchFamily="34" charset="0"/>
                      </a:endParaRPr>
                    </a:p>
                  </a:txBody>
                  <a:tcPr marL="4763" marR="4763" marT="4763" marB="0"/>
                </a:tc>
                <a:tc>
                  <a:txBody>
                    <a:bodyPr/>
                    <a:lstStyle/>
                    <a:p>
                      <a:pPr algn="l" fontAlgn="t"/>
                      <a:r>
                        <a:rPr lang="en-US" sz="1200" u="none" strike="noStrike" dirty="0">
                          <a:effectLst/>
                          <a:highlight>
                            <a:srgbClr val="FFFF00"/>
                          </a:highlight>
                        </a:rPr>
                        <a:t>All Files are signed and signature checked prior to usage (and after download).</a:t>
                      </a:r>
                      <a:br>
                        <a:rPr lang="en-US" sz="1200" u="none" strike="noStrike" dirty="0">
                          <a:effectLst/>
                          <a:highlight>
                            <a:srgbClr val="FFFF00"/>
                          </a:highlight>
                        </a:rPr>
                      </a:br>
                      <a:r>
                        <a:rPr lang="en-US" sz="1200" u="none" strike="noStrike" dirty="0">
                          <a:effectLst/>
                          <a:highlight>
                            <a:srgbClr val="FFFF00"/>
                          </a:highlight>
                        </a:rPr>
                        <a:t>Other issues need to be covered by SW architecture. Note that scripts can be part of the SW package and will run prior to the upgrade, so If we get aware of any issues, this is the way to check for them.</a:t>
                      </a:r>
                      <a:endParaRPr lang="en-US" sz="1200" b="0" i="0" u="none" strike="noStrike" dirty="0">
                        <a:solidFill>
                          <a:srgbClr val="000000"/>
                        </a:solidFill>
                        <a:effectLst/>
                        <a:highlight>
                          <a:srgbClr val="FFFF00"/>
                        </a:highlight>
                        <a:latin typeface="Calibri" panose="020F0502020204030204" pitchFamily="34" charset="0"/>
                      </a:endParaRPr>
                    </a:p>
                  </a:txBody>
                  <a:tcPr marL="4763" marR="4763" marT="4763" marB="0"/>
                </a:tc>
                <a:extLst>
                  <a:ext uri="{0D108BD9-81ED-4DB2-BD59-A6C34878D82A}">
                    <a16:rowId xmlns:a16="http://schemas.microsoft.com/office/drawing/2014/main" val="2296188484"/>
                  </a:ext>
                </a:extLst>
              </a:tr>
              <a:tr h="644843">
                <a:tc>
                  <a:txBody>
                    <a:bodyPr/>
                    <a:lstStyle/>
                    <a:p>
                      <a:pPr algn="l" fontAlgn="t"/>
                      <a:r>
                        <a:rPr lang="en-US" sz="1200" u="none" strike="noStrike" dirty="0">
                          <a:effectLst/>
                          <a:highlight>
                            <a:srgbClr val="FFFF00"/>
                          </a:highlight>
                        </a:rPr>
                        <a:t>FW/FPGA upgrades/Downgrades</a:t>
                      </a:r>
                      <a:endParaRPr lang="en-US" sz="1200" b="0" i="0" u="none" strike="noStrike" dirty="0">
                        <a:solidFill>
                          <a:srgbClr val="000000"/>
                        </a:solidFill>
                        <a:effectLst/>
                        <a:highlight>
                          <a:srgbClr val="FFFF00"/>
                        </a:highlight>
                        <a:latin typeface="Calibri" panose="020F0502020204030204" pitchFamily="34" charset="0"/>
                      </a:endParaRPr>
                    </a:p>
                  </a:txBody>
                  <a:tcPr marL="4763" marR="4763" marT="4763" marB="0"/>
                </a:tc>
                <a:tc>
                  <a:txBody>
                    <a:bodyPr/>
                    <a:lstStyle/>
                    <a:p>
                      <a:pPr algn="l" fontAlgn="t"/>
                      <a:r>
                        <a:rPr lang="en-US" sz="1200" u="none" strike="noStrike" dirty="0">
                          <a:effectLst/>
                          <a:highlight>
                            <a:srgbClr val="FFFF00"/>
                          </a:highlight>
                        </a:rPr>
                        <a:t>Should be covered:</a:t>
                      </a:r>
                      <a:br>
                        <a:rPr lang="en-US" sz="1200" u="none" strike="noStrike" dirty="0">
                          <a:effectLst/>
                          <a:highlight>
                            <a:srgbClr val="FFFF00"/>
                          </a:highlight>
                        </a:rPr>
                      </a:br>
                      <a:r>
                        <a:rPr lang="en-US" sz="1200" u="none" strike="noStrike" dirty="0">
                          <a:effectLst/>
                          <a:highlight>
                            <a:srgbClr val="FFFF00"/>
                          </a:highlight>
                        </a:rPr>
                        <a:t>No automatic downgrade of firmware, but possible with force option</a:t>
                      </a:r>
                      <a:br>
                        <a:rPr lang="en-US" sz="1200" u="none" strike="noStrike" dirty="0">
                          <a:effectLst/>
                          <a:highlight>
                            <a:srgbClr val="FFFF00"/>
                          </a:highlight>
                        </a:rPr>
                      </a:br>
                      <a:r>
                        <a:rPr lang="en-US" sz="1200" u="none" strike="noStrike" dirty="0">
                          <a:effectLst/>
                          <a:highlight>
                            <a:srgbClr val="FFFF00"/>
                          </a:highlight>
                        </a:rPr>
                        <a:t>Upgrade of Firmware is delayed when service affecting until the next cold start of card.</a:t>
                      </a:r>
                      <a:endParaRPr lang="en-US" sz="1200" b="0" i="0" u="none" strike="noStrike" dirty="0">
                        <a:solidFill>
                          <a:srgbClr val="000000"/>
                        </a:solidFill>
                        <a:effectLst/>
                        <a:highlight>
                          <a:srgbClr val="FFFF00"/>
                        </a:highlight>
                        <a:latin typeface="Calibri" panose="020F0502020204030204" pitchFamily="34" charset="0"/>
                      </a:endParaRPr>
                    </a:p>
                  </a:txBody>
                  <a:tcPr marL="4763" marR="4763" marT="4763" marB="0"/>
                </a:tc>
                <a:extLst>
                  <a:ext uri="{0D108BD9-81ED-4DB2-BD59-A6C34878D82A}">
                    <a16:rowId xmlns:a16="http://schemas.microsoft.com/office/drawing/2014/main" val="3395606765"/>
                  </a:ext>
                </a:extLst>
              </a:tr>
              <a:tr h="190047">
                <a:tc>
                  <a:txBody>
                    <a:bodyPr/>
                    <a:lstStyle/>
                    <a:p>
                      <a:pPr algn="l" fontAlgn="t"/>
                      <a:r>
                        <a:rPr lang="en-US" sz="1200" u="none" strike="noStrike">
                          <a:effectLst/>
                          <a:highlight>
                            <a:srgbClr val="FFFF00"/>
                          </a:highlight>
                        </a:rPr>
                        <a:t>Bad initializations</a:t>
                      </a:r>
                      <a:endParaRPr lang="en-US" sz="1200" b="0" i="0" u="none" strike="noStrike">
                        <a:solidFill>
                          <a:srgbClr val="000000"/>
                        </a:solidFill>
                        <a:effectLst/>
                        <a:highlight>
                          <a:srgbClr val="FFFF00"/>
                        </a:highlight>
                        <a:latin typeface="Calibri" panose="020F0502020204030204" pitchFamily="34" charset="0"/>
                      </a:endParaRPr>
                    </a:p>
                  </a:txBody>
                  <a:tcPr marL="4763" marR="4763" marT="4763" marB="0"/>
                </a:tc>
                <a:tc>
                  <a:txBody>
                    <a:bodyPr/>
                    <a:lstStyle/>
                    <a:p>
                      <a:pPr algn="l" fontAlgn="t"/>
                      <a:r>
                        <a:rPr lang="en-US" sz="1200" u="none" strike="noStrike" dirty="0">
                          <a:effectLst/>
                          <a:highlight>
                            <a:srgbClr val="FFFF00"/>
                          </a:highlight>
                        </a:rPr>
                        <a:t>SW to care about this</a:t>
                      </a:r>
                      <a:endParaRPr lang="en-US" sz="1200" b="0" i="0" u="none" strike="noStrike" dirty="0">
                        <a:solidFill>
                          <a:srgbClr val="000000"/>
                        </a:solidFill>
                        <a:effectLst/>
                        <a:highlight>
                          <a:srgbClr val="FFFF00"/>
                        </a:highlight>
                        <a:latin typeface="Calibri" panose="020F0502020204030204" pitchFamily="34" charset="0"/>
                      </a:endParaRPr>
                    </a:p>
                  </a:txBody>
                  <a:tcPr marL="4763" marR="4763" marT="4763" marB="0"/>
                </a:tc>
                <a:extLst>
                  <a:ext uri="{0D108BD9-81ED-4DB2-BD59-A6C34878D82A}">
                    <a16:rowId xmlns:a16="http://schemas.microsoft.com/office/drawing/2014/main" val="456193873"/>
                  </a:ext>
                </a:extLst>
              </a:tr>
              <a:tr h="644843">
                <a:tc>
                  <a:txBody>
                    <a:bodyPr/>
                    <a:lstStyle/>
                    <a:p>
                      <a:pPr algn="l" fontAlgn="t"/>
                      <a:r>
                        <a:rPr lang="en-US" sz="1200" u="none" strike="noStrike" dirty="0">
                          <a:effectLst/>
                          <a:highlight>
                            <a:srgbClr val="FFFF00"/>
                          </a:highlight>
                        </a:rPr>
                        <a:t> Internal links/HW (I2C, PCIe) failure detections.​</a:t>
                      </a:r>
                      <a:endParaRPr lang="en-US" sz="1200" b="0" i="0" u="none" strike="noStrike" dirty="0">
                        <a:solidFill>
                          <a:srgbClr val="000000"/>
                        </a:solidFill>
                        <a:effectLst/>
                        <a:highlight>
                          <a:srgbClr val="FFFF00"/>
                        </a:highlight>
                        <a:latin typeface="Calibri" panose="020F0502020204030204" pitchFamily="34" charset="0"/>
                      </a:endParaRPr>
                    </a:p>
                  </a:txBody>
                  <a:tcPr marL="4763" marR="4763" marT="4763" marB="0"/>
                </a:tc>
                <a:tc>
                  <a:txBody>
                    <a:bodyPr/>
                    <a:lstStyle/>
                    <a:p>
                      <a:pPr algn="l" fontAlgn="t"/>
                      <a:r>
                        <a:rPr lang="en-US" sz="1200" u="none" strike="noStrike" dirty="0">
                          <a:effectLst/>
                          <a:highlight>
                            <a:srgbClr val="FFFF00"/>
                          </a:highlight>
                        </a:rPr>
                        <a:t>Mainly upgrade runs over Ethernet Connectivity, if this is not available, the affected FRU will raise an alarm (I assume) and the pre-upgrade step (where we send the software) will fail. For internal stuff like I2s, SW needs to ensure detecting issues I assume</a:t>
                      </a:r>
                      <a:endParaRPr lang="en-US" sz="1200" b="0" i="0" u="none" strike="noStrike" dirty="0">
                        <a:solidFill>
                          <a:srgbClr val="000000"/>
                        </a:solidFill>
                        <a:effectLst/>
                        <a:highlight>
                          <a:srgbClr val="FFFF00"/>
                        </a:highlight>
                        <a:latin typeface="Calibri" panose="020F0502020204030204" pitchFamily="34" charset="0"/>
                      </a:endParaRPr>
                    </a:p>
                  </a:txBody>
                  <a:tcPr marL="4763" marR="4763" marT="4763" marB="0"/>
                </a:tc>
                <a:extLst>
                  <a:ext uri="{0D108BD9-81ED-4DB2-BD59-A6C34878D82A}">
                    <a16:rowId xmlns:a16="http://schemas.microsoft.com/office/drawing/2014/main" val="1532787514"/>
                  </a:ext>
                </a:extLst>
              </a:tr>
              <a:tr h="190047">
                <a:tc>
                  <a:txBody>
                    <a:bodyPr/>
                    <a:lstStyle/>
                    <a:p>
                      <a:pPr algn="l" fontAlgn="t"/>
                      <a:r>
                        <a:rPr lang="en-US" sz="1200" u="none" strike="noStrike" dirty="0">
                          <a:effectLst/>
                        </a:rPr>
                        <a:t>Granular upgradability</a:t>
                      </a:r>
                      <a:endParaRPr lang="en-US" sz="1200" b="0" i="0" u="none" strike="noStrike" dirty="0">
                        <a:solidFill>
                          <a:srgbClr val="000000"/>
                        </a:solidFill>
                        <a:effectLst/>
                        <a:latin typeface="Calibri" panose="020F0502020204030204" pitchFamily="34" charset="0"/>
                      </a:endParaRPr>
                    </a:p>
                  </a:txBody>
                  <a:tcPr marL="4763" marR="4763" marT="4763" marB="0"/>
                </a:tc>
                <a:tc>
                  <a:txBody>
                    <a:bodyPr/>
                    <a:lstStyle/>
                    <a:p>
                      <a:pPr algn="l" fontAlgn="t"/>
                      <a:r>
                        <a:rPr lang="en-US" sz="1200" u="none" strike="noStrike">
                          <a:effectLst/>
                        </a:rPr>
                        <a:t>Delta Upgrades/Service Packs are supported.</a:t>
                      </a:r>
                      <a:endParaRPr lang="en-US" sz="1200" b="0" i="0" u="none" strike="noStrike">
                        <a:solidFill>
                          <a:srgbClr val="000000"/>
                        </a:solidFill>
                        <a:effectLst/>
                        <a:latin typeface="Calibri" panose="020F0502020204030204" pitchFamily="34" charset="0"/>
                      </a:endParaRPr>
                    </a:p>
                  </a:txBody>
                  <a:tcPr marL="4763" marR="4763" marT="4763" marB="0"/>
                </a:tc>
                <a:extLst>
                  <a:ext uri="{0D108BD9-81ED-4DB2-BD59-A6C34878D82A}">
                    <a16:rowId xmlns:a16="http://schemas.microsoft.com/office/drawing/2014/main" val="1235138046"/>
                  </a:ext>
                </a:extLst>
              </a:tr>
              <a:tr h="190047">
                <a:tc>
                  <a:txBody>
                    <a:bodyPr/>
                    <a:lstStyle/>
                    <a:p>
                      <a:pPr algn="l" fontAlgn="t"/>
                      <a:r>
                        <a:rPr lang="en-US" sz="1200" u="none" strike="noStrike">
                          <a:effectLst/>
                          <a:highlight>
                            <a:srgbClr val="FFFF00"/>
                          </a:highlight>
                        </a:rPr>
                        <a:t>Improved visibility and logging during upgrades.​</a:t>
                      </a:r>
                      <a:endParaRPr lang="en-US" sz="1200" b="0" i="0" u="none" strike="noStrike">
                        <a:solidFill>
                          <a:srgbClr val="000000"/>
                        </a:solidFill>
                        <a:effectLst/>
                        <a:highlight>
                          <a:srgbClr val="FFFF00"/>
                        </a:highlight>
                        <a:latin typeface="Calibri" panose="020F0502020204030204" pitchFamily="34" charset="0"/>
                      </a:endParaRPr>
                    </a:p>
                  </a:txBody>
                  <a:tcPr marL="4763" marR="4763" marT="4763" marB="0"/>
                </a:tc>
                <a:tc>
                  <a:txBody>
                    <a:bodyPr/>
                    <a:lstStyle/>
                    <a:p>
                      <a:pPr algn="l" fontAlgn="t"/>
                      <a:r>
                        <a:rPr lang="en-US" sz="1200" u="none" strike="noStrike" dirty="0">
                          <a:effectLst/>
                          <a:highlight>
                            <a:srgbClr val="FFFF00"/>
                          </a:highlight>
                        </a:rPr>
                        <a:t>Please Check SRD for what we plan here, I hope it is matching expectations.</a:t>
                      </a:r>
                      <a:endParaRPr lang="en-US" sz="1200" b="0" i="0" u="none" strike="noStrike" dirty="0">
                        <a:solidFill>
                          <a:srgbClr val="000000"/>
                        </a:solidFill>
                        <a:effectLst/>
                        <a:highlight>
                          <a:srgbClr val="FFFF00"/>
                        </a:highlight>
                        <a:latin typeface="Calibri" panose="020F0502020204030204" pitchFamily="34" charset="0"/>
                      </a:endParaRPr>
                    </a:p>
                  </a:txBody>
                  <a:tcPr marL="4763" marR="4763" marT="4763" marB="0"/>
                </a:tc>
                <a:extLst>
                  <a:ext uri="{0D108BD9-81ED-4DB2-BD59-A6C34878D82A}">
                    <a16:rowId xmlns:a16="http://schemas.microsoft.com/office/drawing/2014/main" val="1871866882"/>
                  </a:ext>
                </a:extLst>
              </a:tr>
              <a:tr h="570139">
                <a:tc>
                  <a:txBody>
                    <a:bodyPr/>
                    <a:lstStyle/>
                    <a:p>
                      <a:pPr algn="l" fontAlgn="t"/>
                      <a:r>
                        <a:rPr lang="en-US" sz="1200" u="none" strike="noStrike" dirty="0">
                          <a:effectLst/>
                          <a:highlight>
                            <a:srgbClr val="FFFF00"/>
                          </a:highlight>
                        </a:rPr>
                        <a:t>Dynamic pre-upgrade scripting</a:t>
                      </a:r>
                      <a:endParaRPr lang="en-US" sz="1200" b="0" i="0" u="none" strike="noStrike" dirty="0">
                        <a:solidFill>
                          <a:srgbClr val="000000"/>
                        </a:solidFill>
                        <a:effectLst/>
                        <a:highlight>
                          <a:srgbClr val="FFFF00"/>
                        </a:highlight>
                        <a:latin typeface="Calibri" panose="020F0502020204030204" pitchFamily="34" charset="0"/>
                      </a:endParaRPr>
                    </a:p>
                  </a:txBody>
                  <a:tcPr marL="4763" marR="4763" marT="4763" marB="0"/>
                </a:tc>
                <a:tc>
                  <a:txBody>
                    <a:bodyPr/>
                    <a:lstStyle/>
                    <a:p>
                      <a:pPr algn="l" fontAlgn="t"/>
                      <a:r>
                        <a:rPr lang="en-US" sz="1200" u="none" strike="noStrike" dirty="0">
                          <a:effectLst/>
                          <a:highlight>
                            <a:srgbClr val="FFFF00"/>
                          </a:highlight>
                        </a:rPr>
                        <a:t>As each script must be signed and we need to keep track what is installed on a node, all scripts are part of a release package with a unique number, I think we disused this in length.</a:t>
                      </a:r>
                      <a:endParaRPr lang="en-US" sz="1200" b="0" i="0" u="none" strike="noStrike" dirty="0">
                        <a:solidFill>
                          <a:srgbClr val="000000"/>
                        </a:solidFill>
                        <a:effectLst/>
                        <a:highlight>
                          <a:srgbClr val="FFFF00"/>
                        </a:highlight>
                        <a:latin typeface="Calibri" panose="020F0502020204030204" pitchFamily="34" charset="0"/>
                      </a:endParaRPr>
                    </a:p>
                  </a:txBody>
                  <a:tcPr marL="4763" marR="4763" marT="4763" marB="0"/>
                </a:tc>
                <a:extLst>
                  <a:ext uri="{0D108BD9-81ED-4DB2-BD59-A6C34878D82A}">
                    <a16:rowId xmlns:a16="http://schemas.microsoft.com/office/drawing/2014/main" val="3527526860"/>
                  </a:ext>
                </a:extLst>
              </a:tr>
            </a:tbl>
          </a:graphicData>
        </a:graphic>
      </p:graphicFrame>
    </p:spTree>
    <p:extLst>
      <p:ext uri="{BB962C8B-B14F-4D97-AF65-F5344CB8AC3E}">
        <p14:creationId xmlns:p14="http://schemas.microsoft.com/office/powerpoint/2010/main" val="29773507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A1DA3-B1D4-4ED2-9735-6C432E8E71CB}"/>
              </a:ext>
            </a:extLst>
          </p:cNvPr>
          <p:cNvSpPr>
            <a:spLocks noGrp="1"/>
          </p:cNvSpPr>
          <p:nvPr>
            <p:ph type="title"/>
          </p:nvPr>
        </p:nvSpPr>
        <p:spPr>
          <a:xfrm>
            <a:off x="150019" y="6825"/>
            <a:ext cx="8562856" cy="650401"/>
          </a:xfrm>
        </p:spPr>
        <p:txBody>
          <a:bodyPr>
            <a:normAutofit/>
          </a:bodyPr>
          <a:lstStyle/>
          <a:p>
            <a:r>
              <a:rPr lang="en-US" sz="2400" dirty="0">
                <a:solidFill>
                  <a:schemeClr val="tx1">
                    <a:lumMod val="50000"/>
                    <a:lumOff val="50000"/>
                  </a:schemeClr>
                </a:solidFill>
              </a:rPr>
              <a:t>Inputs from SRD lead </a:t>
            </a:r>
            <a:r>
              <a:rPr lang="en-US" sz="2400" dirty="0" err="1">
                <a:solidFill>
                  <a:schemeClr val="tx1">
                    <a:lumMod val="50000"/>
                    <a:lumOff val="50000"/>
                  </a:schemeClr>
                </a:solidFill>
              </a:rPr>
              <a:t>Contd</a:t>
            </a:r>
            <a:r>
              <a:rPr lang="en-US" sz="2400" dirty="0">
                <a:solidFill>
                  <a:schemeClr val="tx1">
                    <a:lumMod val="50000"/>
                    <a:lumOff val="50000"/>
                  </a:schemeClr>
                </a:solidFill>
              </a:rPr>
              <a:t> …</a:t>
            </a:r>
            <a:endParaRPr lang="en-US" sz="2400" dirty="0"/>
          </a:p>
        </p:txBody>
      </p:sp>
      <p:graphicFrame>
        <p:nvGraphicFramePr>
          <p:cNvPr id="5" name="Content Placeholder 4">
            <a:extLst>
              <a:ext uri="{FF2B5EF4-FFF2-40B4-BE49-F238E27FC236}">
                <a16:creationId xmlns:a16="http://schemas.microsoft.com/office/drawing/2014/main" id="{52C13249-364C-4EC7-9593-03997D2C17AD}"/>
              </a:ext>
            </a:extLst>
          </p:cNvPr>
          <p:cNvGraphicFramePr>
            <a:graphicFrameLocks noGrp="1"/>
          </p:cNvGraphicFramePr>
          <p:nvPr>
            <p:ph idx="1"/>
            <p:extLst>
              <p:ext uri="{D42A27DB-BD31-4B8C-83A1-F6EECF244321}">
                <p14:modId xmlns:p14="http://schemas.microsoft.com/office/powerpoint/2010/main" val="2738709653"/>
              </p:ext>
            </p:extLst>
          </p:nvPr>
        </p:nvGraphicFramePr>
        <p:xfrm>
          <a:off x="150019" y="657225"/>
          <a:ext cx="8843962" cy="4185288"/>
        </p:xfrm>
        <a:graphic>
          <a:graphicData uri="http://schemas.openxmlformats.org/drawingml/2006/table">
            <a:tbl>
              <a:tblPr>
                <a:tableStyleId>{5C22544A-7EE6-4342-B048-85BDC9FD1C3A}</a:tableStyleId>
              </a:tblPr>
              <a:tblGrid>
                <a:gridCol w="3467456">
                  <a:extLst>
                    <a:ext uri="{9D8B030D-6E8A-4147-A177-3AD203B41FA5}">
                      <a16:colId xmlns:a16="http://schemas.microsoft.com/office/drawing/2014/main" val="3567377145"/>
                    </a:ext>
                  </a:extLst>
                </a:gridCol>
                <a:gridCol w="5376506">
                  <a:extLst>
                    <a:ext uri="{9D8B030D-6E8A-4147-A177-3AD203B41FA5}">
                      <a16:colId xmlns:a16="http://schemas.microsoft.com/office/drawing/2014/main" val="778995187"/>
                    </a:ext>
                  </a:extLst>
                </a:gridCol>
              </a:tblGrid>
              <a:tr h="202883">
                <a:tc>
                  <a:txBody>
                    <a:bodyPr/>
                    <a:lstStyle/>
                    <a:p>
                      <a:pPr algn="ctr" fontAlgn="t"/>
                      <a:r>
                        <a:rPr lang="en-US" sz="1200" b="1" u="sng" strike="noStrike" dirty="0">
                          <a:effectLst/>
                        </a:rPr>
                        <a:t>Text</a:t>
                      </a:r>
                      <a:endParaRPr lang="en-US" sz="1200" b="1" i="0" u="sng" strike="noStrike" dirty="0">
                        <a:solidFill>
                          <a:srgbClr val="000000"/>
                        </a:solidFill>
                        <a:effectLst/>
                        <a:latin typeface="Calibri" panose="020F0502020204030204" pitchFamily="34" charset="0"/>
                      </a:endParaRPr>
                    </a:p>
                  </a:txBody>
                  <a:tcPr marL="4763" marR="4763" marT="4763" marB="0"/>
                </a:tc>
                <a:tc>
                  <a:txBody>
                    <a:bodyPr/>
                    <a:lstStyle/>
                    <a:p>
                      <a:pPr algn="ctr" fontAlgn="t"/>
                      <a:r>
                        <a:rPr lang="en-US" sz="1200" b="1" u="sng" strike="noStrike" dirty="0">
                          <a:effectLst/>
                        </a:rPr>
                        <a:t>Architecture comment</a:t>
                      </a:r>
                      <a:endParaRPr lang="en-US" sz="1200" b="1" i="0" u="sng" strike="noStrike" dirty="0">
                        <a:solidFill>
                          <a:srgbClr val="000000"/>
                        </a:solidFill>
                        <a:effectLst/>
                        <a:latin typeface="Calibri" panose="020F0502020204030204" pitchFamily="34" charset="0"/>
                      </a:endParaRPr>
                    </a:p>
                  </a:txBody>
                  <a:tcPr marL="4763" marR="4763" marT="4763" marB="0"/>
                </a:tc>
                <a:extLst>
                  <a:ext uri="{0D108BD9-81ED-4DB2-BD59-A6C34878D82A}">
                    <a16:rowId xmlns:a16="http://schemas.microsoft.com/office/drawing/2014/main" val="3532829109"/>
                  </a:ext>
                </a:extLst>
              </a:tr>
              <a:tr h="202883">
                <a:tc>
                  <a:txBody>
                    <a:bodyPr/>
                    <a:lstStyle/>
                    <a:p>
                      <a:pPr algn="l" fontAlgn="t"/>
                      <a:r>
                        <a:rPr lang="en-US" sz="1200" u="none" strike="noStrike" dirty="0">
                          <a:effectLst/>
                        </a:rPr>
                        <a:t>Minimize interdependencies between components</a:t>
                      </a:r>
                      <a:endParaRPr lang="en-US" sz="1200" b="0" i="0" u="none" strike="noStrike" dirty="0">
                        <a:solidFill>
                          <a:srgbClr val="000000"/>
                        </a:solidFill>
                        <a:effectLst/>
                        <a:latin typeface="Calibri" panose="020F0502020204030204" pitchFamily="34" charset="0"/>
                      </a:endParaRPr>
                    </a:p>
                  </a:txBody>
                  <a:tcPr marL="4763" marR="4763" marT="4763" marB="0"/>
                </a:tc>
                <a:tc>
                  <a:txBody>
                    <a:bodyPr/>
                    <a:lstStyle/>
                    <a:p>
                      <a:pPr algn="l" fontAlgn="t"/>
                      <a:r>
                        <a:rPr lang="en-US" sz="1200" u="none" strike="noStrike" dirty="0">
                          <a:effectLst/>
                        </a:rPr>
                        <a:t>This is one of the main architectural goals of </a:t>
                      </a:r>
                      <a:r>
                        <a:rPr lang="en-US" sz="1200" u="none" strike="noStrike" dirty="0" err="1">
                          <a:effectLst/>
                        </a:rPr>
                        <a:t>Thanos</a:t>
                      </a:r>
                      <a:r>
                        <a:rPr lang="en-US" sz="1200" u="none" strike="noStrike" dirty="0">
                          <a:effectLst/>
                        </a:rPr>
                        <a:t>.</a:t>
                      </a:r>
                      <a:endParaRPr lang="en-US" sz="1200" b="0" i="0" u="none" strike="noStrike" dirty="0">
                        <a:solidFill>
                          <a:srgbClr val="000000"/>
                        </a:solidFill>
                        <a:effectLst/>
                        <a:latin typeface="Calibri" panose="020F0502020204030204" pitchFamily="34" charset="0"/>
                      </a:endParaRPr>
                    </a:p>
                  </a:txBody>
                  <a:tcPr marL="4763" marR="4763" marT="4763" marB="0"/>
                </a:tc>
                <a:extLst>
                  <a:ext uri="{0D108BD9-81ED-4DB2-BD59-A6C34878D82A}">
                    <a16:rowId xmlns:a16="http://schemas.microsoft.com/office/drawing/2014/main" val="284182404"/>
                  </a:ext>
                </a:extLst>
              </a:tr>
              <a:tr h="811530">
                <a:tc>
                  <a:txBody>
                    <a:bodyPr/>
                    <a:lstStyle/>
                    <a:p>
                      <a:pPr algn="l" fontAlgn="t"/>
                      <a:r>
                        <a:rPr lang="en-US" sz="1200" u="none" strike="noStrike" dirty="0">
                          <a:effectLst/>
                          <a:highlight>
                            <a:srgbClr val="FFFF00"/>
                          </a:highlight>
                        </a:rPr>
                        <a:t>Upgrade/bootup even if certain non-critical accesses fail.​</a:t>
                      </a:r>
                      <a:endParaRPr lang="en-US" sz="1200" b="0" i="0" u="none" strike="noStrike" dirty="0">
                        <a:solidFill>
                          <a:srgbClr val="000000"/>
                        </a:solidFill>
                        <a:effectLst/>
                        <a:highlight>
                          <a:srgbClr val="FFFF00"/>
                        </a:highlight>
                        <a:latin typeface="Calibri" panose="020F0502020204030204" pitchFamily="34" charset="0"/>
                      </a:endParaRPr>
                    </a:p>
                  </a:txBody>
                  <a:tcPr marL="4763" marR="4763" marT="4763" marB="0"/>
                </a:tc>
                <a:tc>
                  <a:txBody>
                    <a:bodyPr/>
                    <a:lstStyle/>
                    <a:p>
                      <a:pPr algn="l" fontAlgn="t"/>
                      <a:r>
                        <a:rPr lang="en-US" sz="1200" u="none" strike="noStrike" dirty="0">
                          <a:effectLst/>
                          <a:highlight>
                            <a:srgbClr val="FFFF00"/>
                          </a:highlight>
                        </a:rPr>
                        <a:t>I hope that fail-safe programming is one of our architectural goals also. Regarding upgrade, when we switchover to the new partition, we will automatically switch back to the known working partition if the node does not come back to a manageable state within a certain time (currently specified as 10 minutes)</a:t>
                      </a:r>
                      <a:endParaRPr lang="en-US" sz="1200" b="0" i="0" u="none" strike="noStrike" dirty="0">
                        <a:solidFill>
                          <a:srgbClr val="000000"/>
                        </a:solidFill>
                        <a:effectLst/>
                        <a:highlight>
                          <a:srgbClr val="FFFF00"/>
                        </a:highlight>
                        <a:latin typeface="Calibri" panose="020F0502020204030204" pitchFamily="34" charset="0"/>
                      </a:endParaRPr>
                    </a:p>
                  </a:txBody>
                  <a:tcPr marL="4763" marR="4763" marT="4763" marB="0"/>
                </a:tc>
                <a:extLst>
                  <a:ext uri="{0D108BD9-81ED-4DB2-BD59-A6C34878D82A}">
                    <a16:rowId xmlns:a16="http://schemas.microsoft.com/office/drawing/2014/main" val="1559300844"/>
                  </a:ext>
                </a:extLst>
              </a:tr>
              <a:tr h="608648">
                <a:tc>
                  <a:txBody>
                    <a:bodyPr/>
                    <a:lstStyle/>
                    <a:p>
                      <a:pPr algn="l" fontAlgn="t"/>
                      <a:r>
                        <a:rPr lang="en-US" sz="1200" u="none" strike="noStrike" dirty="0">
                          <a:effectLst/>
                          <a:highlight>
                            <a:srgbClr val="FFFF00"/>
                          </a:highlight>
                        </a:rPr>
                        <a:t>Memory/RAM/CPU usage over introducing new features.​</a:t>
                      </a:r>
                      <a:endParaRPr lang="en-US" sz="1200" b="0" i="0" u="none" strike="noStrike" dirty="0">
                        <a:solidFill>
                          <a:srgbClr val="000000"/>
                        </a:solidFill>
                        <a:effectLst/>
                        <a:highlight>
                          <a:srgbClr val="FFFF00"/>
                        </a:highlight>
                        <a:latin typeface="Calibri" panose="020F0502020204030204" pitchFamily="34" charset="0"/>
                      </a:endParaRPr>
                    </a:p>
                  </a:txBody>
                  <a:tcPr marL="4763" marR="4763" marT="4763" marB="0"/>
                </a:tc>
                <a:tc>
                  <a:txBody>
                    <a:bodyPr/>
                    <a:lstStyle/>
                    <a:p>
                      <a:pPr algn="l" fontAlgn="t"/>
                      <a:r>
                        <a:rPr lang="en-US" sz="1200" u="none" strike="noStrike" dirty="0">
                          <a:effectLst/>
                          <a:highlight>
                            <a:srgbClr val="FFFF00"/>
                          </a:highlight>
                        </a:rPr>
                        <a:t>From upgrade perspective we have the precondition checks to compare available disk space (and probably RAM) with what is needed for the upgrade. Otherwise this is a SW architecture question</a:t>
                      </a:r>
                      <a:endParaRPr lang="en-US" sz="1200" b="0" i="0" u="none" strike="noStrike" dirty="0">
                        <a:solidFill>
                          <a:srgbClr val="000000"/>
                        </a:solidFill>
                        <a:effectLst/>
                        <a:highlight>
                          <a:srgbClr val="FFFF00"/>
                        </a:highlight>
                        <a:latin typeface="Calibri" panose="020F0502020204030204" pitchFamily="34" charset="0"/>
                      </a:endParaRPr>
                    </a:p>
                  </a:txBody>
                  <a:tcPr marL="4763" marR="4763" marT="4763" marB="0"/>
                </a:tc>
                <a:extLst>
                  <a:ext uri="{0D108BD9-81ED-4DB2-BD59-A6C34878D82A}">
                    <a16:rowId xmlns:a16="http://schemas.microsoft.com/office/drawing/2014/main" val="380356883"/>
                  </a:ext>
                </a:extLst>
              </a:tr>
              <a:tr h="644843">
                <a:tc>
                  <a:txBody>
                    <a:bodyPr/>
                    <a:lstStyle/>
                    <a:p>
                      <a:pPr algn="l" fontAlgn="t"/>
                      <a:r>
                        <a:rPr lang="en-US" sz="1200" u="none" strike="noStrike" dirty="0">
                          <a:effectLst/>
                          <a:highlight>
                            <a:srgbClr val="FFFF00"/>
                          </a:highlight>
                        </a:rPr>
                        <a:t>Handling misconfigurations.</a:t>
                      </a:r>
                      <a:endParaRPr lang="en-US" sz="1200" b="0" i="0" u="none" strike="noStrike" dirty="0">
                        <a:solidFill>
                          <a:srgbClr val="000000"/>
                        </a:solidFill>
                        <a:effectLst/>
                        <a:highlight>
                          <a:srgbClr val="FFFF00"/>
                        </a:highlight>
                        <a:latin typeface="Calibri" panose="020F0502020204030204" pitchFamily="34" charset="0"/>
                      </a:endParaRPr>
                    </a:p>
                  </a:txBody>
                  <a:tcPr marL="4763" marR="4763" marT="4763" marB="0"/>
                </a:tc>
                <a:tc>
                  <a:txBody>
                    <a:bodyPr/>
                    <a:lstStyle/>
                    <a:p>
                      <a:pPr algn="l" fontAlgn="t"/>
                      <a:r>
                        <a:rPr lang="en-US" sz="1200" u="none" strike="noStrike" dirty="0">
                          <a:effectLst/>
                          <a:highlight>
                            <a:srgbClr val="FFFF00"/>
                          </a:highlight>
                        </a:rPr>
                        <a:t>From upgrade perspective such misconfiguration can be detected by the check scripts. But I believe also the </a:t>
                      </a:r>
                      <a:r>
                        <a:rPr lang="en-US" sz="1200" u="none" strike="noStrike" dirty="0" err="1">
                          <a:effectLst/>
                          <a:highlight>
                            <a:srgbClr val="FFFF00"/>
                          </a:highlight>
                        </a:rPr>
                        <a:t>ThanOs</a:t>
                      </a:r>
                      <a:r>
                        <a:rPr lang="en-US" sz="1200" u="none" strike="noStrike" dirty="0">
                          <a:effectLst/>
                          <a:highlight>
                            <a:srgbClr val="FFFF00"/>
                          </a:highlight>
                        </a:rPr>
                        <a:t> SW Architecture will help here, e.g. one central Database storing the configuration, so the expectation is, that we only run rarely into such issues.</a:t>
                      </a:r>
                      <a:endParaRPr lang="en-US" sz="1200" b="0" i="0" u="none" strike="noStrike" dirty="0">
                        <a:solidFill>
                          <a:srgbClr val="000000"/>
                        </a:solidFill>
                        <a:effectLst/>
                        <a:highlight>
                          <a:srgbClr val="FFFF00"/>
                        </a:highlight>
                        <a:latin typeface="Calibri" panose="020F0502020204030204" pitchFamily="34" charset="0"/>
                      </a:endParaRPr>
                    </a:p>
                  </a:txBody>
                  <a:tcPr marL="4763" marR="4763" marT="4763" marB="0"/>
                </a:tc>
                <a:extLst>
                  <a:ext uri="{0D108BD9-81ED-4DB2-BD59-A6C34878D82A}">
                    <a16:rowId xmlns:a16="http://schemas.microsoft.com/office/drawing/2014/main" val="1162476349"/>
                  </a:ext>
                </a:extLst>
              </a:tr>
              <a:tr h="811530">
                <a:tc>
                  <a:txBody>
                    <a:bodyPr/>
                    <a:lstStyle/>
                    <a:p>
                      <a:pPr algn="l" fontAlgn="t"/>
                      <a:r>
                        <a:rPr lang="en-US" sz="1200" u="none" strike="noStrike">
                          <a:effectLst/>
                          <a:highlight>
                            <a:srgbClr val="FFFF00"/>
                          </a:highlight>
                        </a:rPr>
                        <a:t>Upgrade &gt; Reboot wr.t to timeouts and alarm handling</a:t>
                      </a:r>
                      <a:endParaRPr lang="en-US" sz="1200" b="0" i="0" u="none" strike="noStrike">
                        <a:solidFill>
                          <a:srgbClr val="000000"/>
                        </a:solidFill>
                        <a:effectLst/>
                        <a:highlight>
                          <a:srgbClr val="FFFF00"/>
                        </a:highlight>
                        <a:latin typeface="Calibri" panose="020F0502020204030204" pitchFamily="34" charset="0"/>
                      </a:endParaRPr>
                    </a:p>
                  </a:txBody>
                  <a:tcPr marL="4763" marR="4763" marT="4763" marB="0"/>
                </a:tc>
                <a:tc>
                  <a:txBody>
                    <a:bodyPr/>
                    <a:lstStyle/>
                    <a:p>
                      <a:pPr algn="l" fontAlgn="t"/>
                      <a:r>
                        <a:rPr lang="en-US" sz="1200" u="none" strike="noStrike" dirty="0">
                          <a:effectLst/>
                          <a:highlight>
                            <a:srgbClr val="FFFF00"/>
                          </a:highlight>
                        </a:rPr>
                        <a:t>We differentiate between upgrade and normal reboot. And only the time we need on the XMM to bring up the Management interface again after an upgrade reboot counts. Currently this is requested to be not more than 4 Minutes, the Timeout is defined as 10 Minutes.</a:t>
                      </a:r>
                      <a:endParaRPr lang="en-US" sz="1200" b="0" i="0" u="none" strike="noStrike" dirty="0">
                        <a:solidFill>
                          <a:srgbClr val="000000"/>
                        </a:solidFill>
                        <a:effectLst/>
                        <a:highlight>
                          <a:srgbClr val="FFFF00"/>
                        </a:highlight>
                        <a:latin typeface="Calibri" panose="020F0502020204030204" pitchFamily="34" charset="0"/>
                      </a:endParaRPr>
                    </a:p>
                  </a:txBody>
                  <a:tcPr marL="4763" marR="4763" marT="4763" marB="0"/>
                </a:tc>
                <a:extLst>
                  <a:ext uri="{0D108BD9-81ED-4DB2-BD59-A6C34878D82A}">
                    <a16:rowId xmlns:a16="http://schemas.microsoft.com/office/drawing/2014/main" val="33722016"/>
                  </a:ext>
                </a:extLst>
              </a:tr>
              <a:tr h="608648">
                <a:tc>
                  <a:txBody>
                    <a:bodyPr/>
                    <a:lstStyle/>
                    <a:p>
                      <a:pPr algn="l" fontAlgn="t"/>
                      <a:r>
                        <a:rPr lang="en-US" sz="1200" u="none" strike="noStrike">
                          <a:effectLst/>
                          <a:highlight>
                            <a:srgbClr val="FFFF00"/>
                          </a:highlight>
                        </a:rPr>
                        <a:t>Object snap-shots before upgrade</a:t>
                      </a:r>
                      <a:endParaRPr lang="en-US" sz="1200" b="0" i="0" u="none" strike="noStrike">
                        <a:solidFill>
                          <a:srgbClr val="000000"/>
                        </a:solidFill>
                        <a:effectLst/>
                        <a:highlight>
                          <a:srgbClr val="FFFF00"/>
                        </a:highlight>
                        <a:latin typeface="Calibri" panose="020F0502020204030204" pitchFamily="34" charset="0"/>
                      </a:endParaRPr>
                    </a:p>
                  </a:txBody>
                  <a:tcPr marL="4763" marR="4763" marT="4763" marB="0"/>
                </a:tc>
                <a:tc>
                  <a:txBody>
                    <a:bodyPr/>
                    <a:lstStyle/>
                    <a:p>
                      <a:pPr algn="l" fontAlgn="t"/>
                      <a:r>
                        <a:rPr lang="en-US" sz="1200" u="none" strike="noStrike" dirty="0">
                          <a:effectLst/>
                          <a:highlight>
                            <a:srgbClr val="FFFF00"/>
                          </a:highlight>
                        </a:rPr>
                        <a:t>Not sure what this is asking for. All Configuration data is stored on the XMM. Transient events would be captured in log files, still </a:t>
                      </a:r>
                      <a:r>
                        <a:rPr lang="en-US" sz="1200" u="none" strike="noStrike" dirty="0" err="1">
                          <a:effectLst/>
                          <a:highlight>
                            <a:srgbClr val="FFFF00"/>
                          </a:highlight>
                        </a:rPr>
                        <a:t>availabel</a:t>
                      </a:r>
                      <a:r>
                        <a:rPr lang="en-US" sz="1200" u="none" strike="noStrike" dirty="0">
                          <a:effectLst/>
                          <a:highlight>
                            <a:srgbClr val="FFFF00"/>
                          </a:highlight>
                        </a:rPr>
                        <a:t> after an upgrade. So for me it is unclear which </a:t>
                      </a:r>
                      <a:r>
                        <a:rPr lang="en-US" sz="1200" u="none" strike="noStrike" dirty="0" err="1">
                          <a:effectLst/>
                          <a:highlight>
                            <a:srgbClr val="FFFF00"/>
                          </a:highlight>
                        </a:rPr>
                        <a:t>additonal</a:t>
                      </a:r>
                      <a:r>
                        <a:rPr lang="en-US" sz="1200" u="none" strike="noStrike" dirty="0">
                          <a:effectLst/>
                          <a:highlight>
                            <a:srgbClr val="FFFF00"/>
                          </a:highlight>
                        </a:rPr>
                        <a:t> data should be captured here.</a:t>
                      </a:r>
                      <a:endParaRPr lang="en-US" sz="1200" b="0" i="0" u="none" strike="noStrike" dirty="0">
                        <a:solidFill>
                          <a:srgbClr val="000000"/>
                        </a:solidFill>
                        <a:effectLst/>
                        <a:highlight>
                          <a:srgbClr val="FFFF00"/>
                        </a:highlight>
                        <a:latin typeface="Calibri" panose="020F0502020204030204" pitchFamily="34" charset="0"/>
                      </a:endParaRPr>
                    </a:p>
                  </a:txBody>
                  <a:tcPr marL="4763" marR="4763" marT="4763" marB="0"/>
                </a:tc>
                <a:extLst>
                  <a:ext uri="{0D108BD9-81ED-4DB2-BD59-A6C34878D82A}">
                    <a16:rowId xmlns:a16="http://schemas.microsoft.com/office/drawing/2014/main" val="1834125496"/>
                  </a:ext>
                </a:extLst>
              </a:tr>
              <a:tr h="202883">
                <a:tc>
                  <a:txBody>
                    <a:bodyPr/>
                    <a:lstStyle/>
                    <a:p>
                      <a:pPr algn="l" fontAlgn="t"/>
                      <a:r>
                        <a:rPr lang="en-US" sz="1200" u="none" strike="noStrike" dirty="0">
                          <a:effectLst/>
                        </a:rPr>
                        <a:t>Packaging issues, Files/binaries, CLs missing/broken.​</a:t>
                      </a:r>
                      <a:endParaRPr lang="en-US" sz="1200" b="0" i="0" u="none" strike="noStrike" dirty="0">
                        <a:solidFill>
                          <a:srgbClr val="000000"/>
                        </a:solidFill>
                        <a:effectLst/>
                        <a:latin typeface="Calibri" panose="020F0502020204030204" pitchFamily="34" charset="0"/>
                      </a:endParaRPr>
                    </a:p>
                  </a:txBody>
                  <a:tcPr marL="4763" marR="4763" marT="4763" marB="0"/>
                </a:tc>
                <a:tc>
                  <a:txBody>
                    <a:bodyPr/>
                    <a:lstStyle/>
                    <a:p>
                      <a:pPr algn="l" fontAlgn="t"/>
                      <a:r>
                        <a:rPr lang="en-US" sz="1200" u="none" strike="noStrike" dirty="0">
                          <a:effectLst/>
                        </a:rPr>
                        <a:t>This is a request against our release process.</a:t>
                      </a:r>
                      <a:endParaRPr lang="en-US" sz="1200" b="0" i="0" u="none" strike="noStrike" dirty="0">
                        <a:solidFill>
                          <a:srgbClr val="000000"/>
                        </a:solidFill>
                        <a:effectLst/>
                        <a:latin typeface="Calibri" panose="020F0502020204030204" pitchFamily="34" charset="0"/>
                      </a:endParaRPr>
                    </a:p>
                  </a:txBody>
                  <a:tcPr marL="4763" marR="4763" marT="4763" marB="0"/>
                </a:tc>
                <a:extLst>
                  <a:ext uri="{0D108BD9-81ED-4DB2-BD59-A6C34878D82A}">
                    <a16:rowId xmlns:a16="http://schemas.microsoft.com/office/drawing/2014/main" val="1964890657"/>
                  </a:ext>
                </a:extLst>
              </a:tr>
            </a:tbl>
          </a:graphicData>
        </a:graphic>
      </p:graphicFrame>
    </p:spTree>
    <p:extLst>
      <p:ext uri="{BB962C8B-B14F-4D97-AF65-F5344CB8AC3E}">
        <p14:creationId xmlns:p14="http://schemas.microsoft.com/office/powerpoint/2010/main" val="24539161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E60AE-02E7-0520-9298-6876BC5102E6}"/>
              </a:ext>
            </a:extLst>
          </p:cNvPr>
          <p:cNvSpPr>
            <a:spLocks noGrp="1"/>
          </p:cNvSpPr>
          <p:nvPr>
            <p:ph type="title" idx="4294967295"/>
          </p:nvPr>
        </p:nvSpPr>
        <p:spPr>
          <a:xfrm>
            <a:off x="0" y="-993775"/>
            <a:ext cx="7886700" cy="993775"/>
          </a:xfrm>
          <a:prstGeom prst="rect">
            <a:avLst/>
          </a:prstGeom>
        </p:spPr>
        <p:txBody>
          <a:bodyPr anchor="b"/>
          <a:lstStyle/>
          <a:p>
            <a:r>
              <a:rPr lang="en-US" dirty="0"/>
              <a:t>End frame</a:t>
            </a:r>
          </a:p>
        </p:txBody>
      </p:sp>
    </p:spTree>
    <p:extLst>
      <p:ext uri="{BB962C8B-B14F-4D97-AF65-F5344CB8AC3E}">
        <p14:creationId xmlns:p14="http://schemas.microsoft.com/office/powerpoint/2010/main" val="2933592862"/>
      </p:ext>
    </p:extLst>
  </p:cSld>
  <p:clrMapOvr>
    <a:masterClrMapping/>
  </p:clrMapOvr>
</p:sld>
</file>

<file path=ppt/theme/theme1.xml><?xml version="1.0" encoding="utf-8"?>
<a:theme xmlns:a="http://schemas.openxmlformats.org/drawingml/2006/main" name="1. White">
  <a:themeElements>
    <a:clrScheme name="Nokia 2.0">
      <a:dk1>
        <a:srgbClr val="001135"/>
      </a:dk1>
      <a:lt1>
        <a:srgbClr val="FFFFFF"/>
      </a:lt1>
      <a:dk2>
        <a:srgbClr val="666666"/>
      </a:dk2>
      <a:lt2>
        <a:srgbClr val="EBEBEB"/>
      </a:lt2>
      <a:accent1>
        <a:srgbClr val="005AFF"/>
      </a:accent1>
      <a:accent2>
        <a:srgbClr val="23ABB6"/>
      </a:accent2>
      <a:accent3>
        <a:srgbClr val="37CC73"/>
      </a:accent3>
      <a:accent4>
        <a:srgbClr val="F47F31"/>
      </a:accent4>
      <a:accent5>
        <a:srgbClr val="E03DCD"/>
      </a:accent5>
      <a:accent6>
        <a:srgbClr val="7D33F2"/>
      </a:accent6>
      <a:hlink>
        <a:srgbClr val="001135"/>
      </a:hlink>
      <a:folHlink>
        <a:srgbClr val="005AFF"/>
      </a:folHlink>
    </a:clrScheme>
    <a:fontScheme name="Nokia fonts 2023">
      <a:majorFont>
        <a:latin typeface="Nokia Pure Headline Light"/>
        <a:ea typeface=""/>
        <a:cs typeface=""/>
      </a:majorFont>
      <a:minorFont>
        <a:latin typeface="Nokia Pure Text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defPPr algn="l">
          <a:spcAft>
            <a:spcPts val="0"/>
          </a:spcAft>
          <a:buSzPct val="100000"/>
          <a:defRPr sz="12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square" lIns="0" tIns="0" rIns="0" bIns="0" rtlCol="0">
        <a:noAutofit/>
      </a:bodyPr>
      <a:lstStyle>
        <a:defPPr marL="0" marR="0" indent="0" algn="l" defTabSz="180000" rtl="0" eaLnBrk="1" fontAlgn="auto" latinLnBrk="0" hangingPunct="1">
          <a:lnSpc>
            <a:spcPct val="100000"/>
          </a:lnSpc>
          <a:spcBef>
            <a:spcPts val="0"/>
          </a:spcBef>
          <a:spcAft>
            <a:spcPts val="0"/>
          </a:spcAft>
          <a:buClrTx/>
          <a:buSzTx/>
          <a:buFont typeface="+mj-lt"/>
          <a:buNone/>
          <a:tabLst>
            <a:tab pos="180000" algn="l"/>
          </a:tabLst>
          <a:defRPr kumimoji="0" sz="1200" b="0" i="0" u="none" strike="noStrike" kern="1200" cap="none" spc="0" normalizeH="0" baseline="0" noProof="0" dirty="0" smtClean="0">
            <a:ln>
              <a:noFill/>
            </a:ln>
            <a:solidFill>
              <a:schemeClr val="tx1"/>
            </a:solidFill>
            <a:effectLst/>
            <a:uLnTx/>
            <a:uFillTx/>
            <a:latin typeface="Nokia Pure Text Light"/>
            <a:ea typeface="+mn-ea"/>
            <a:cs typeface="+mn-cs"/>
          </a:defRPr>
        </a:defPPr>
      </a:lstStyle>
    </a:txDef>
  </a:objectDefaults>
  <a:extraClrSchemeLst/>
  <a:extLst>
    <a:ext uri="{05A4C25C-085E-4340-85A3-A5531E510DB2}">
      <thm15:themeFamily xmlns:thm15="http://schemas.microsoft.com/office/thememl/2012/main" name="Nokia 2025 - PowerPoint template v2.7.potx" id="{FC10E22E-1FA4-48BB-B3B0-2ACBF944D167}" vid="{87FF3A5E-967C-44B3-B372-720A983A19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Nokia 2023">
      <a:majorFont>
        <a:latin typeface="Nokia Pure Headline Light"/>
        <a:ea typeface=""/>
        <a:cs typeface=""/>
      </a:majorFont>
      <a:minorFont>
        <a:latin typeface="Nokia Pure T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Nokia 2023">
      <a:majorFont>
        <a:latin typeface="Nokia Pure Headline Light"/>
        <a:ea typeface=""/>
        <a:cs typeface=""/>
      </a:majorFont>
      <a:minorFont>
        <a:latin typeface="Nokia Pure T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HideFromDelve xmlns="71c5aaf6-e6ce-465b-b873-5148d2a4c105">false</HideFromDelve>
    <lcf76f155ced4ddcb4097134ff3c332f xmlns="667dd412-82cd-430b-85f7-7c0de1efc84d">
      <Terms xmlns="http://schemas.microsoft.com/office/infopath/2007/PartnerControls"/>
    </lcf76f155ced4ddcb4097134ff3c332f>
    <TaxCatchAll xmlns="0aab05cd-1ea8-4306-9b9c-2614841c4632" xsi:nil="true"/>
  </documentManagement>
</p:properties>
</file>

<file path=customXml/item3.xml><?xml version="1.0" encoding="utf-8"?>
<?mso-contentType ?>
<SharedContentType xmlns="Microsoft.SharePoint.Taxonomy.ContentTypeSync" SourceId="34c87397-5fc1-491e-85e7-d6110dbe9cbd" ContentTypeId="0x0101" PreviousValue="false"/>
</file>

<file path=customXml/item4.xml><?xml version="1.0" encoding="utf-8"?>
<?mso-contentType ?>
<spe:Receivers xmlns:spe="http://schemas.microsoft.com/sharepoint/events"/>
</file>

<file path=customXml/item5.xml><?xml version="1.0" encoding="utf-8"?>
<ct:contentTypeSchema xmlns:ct="http://schemas.microsoft.com/office/2006/metadata/contentType" xmlns:ma="http://schemas.microsoft.com/office/2006/metadata/properties/metaAttributes" ct:_="" ma:_="" ma:contentTypeName="Document" ma:contentTypeID="0x0101006FE55BE1E6A22E4EA346E5BA9FEE583F" ma:contentTypeVersion="15" ma:contentTypeDescription="Create a new document." ma:contentTypeScope="" ma:versionID="4585875815497c1bddee52d66c186ba9">
  <xsd:schema xmlns:xsd="http://www.w3.org/2001/XMLSchema" xmlns:xs="http://www.w3.org/2001/XMLSchema" xmlns:p="http://schemas.microsoft.com/office/2006/metadata/properties" xmlns:ns2="71c5aaf6-e6ce-465b-b873-5148d2a4c105" xmlns:ns3="667dd412-82cd-430b-85f7-7c0de1efc84d" xmlns:ns4="0aab05cd-1ea8-4306-9b9c-2614841c4632" targetNamespace="http://schemas.microsoft.com/office/2006/metadata/properties" ma:root="true" ma:fieldsID="a58cf90847656c0148706d8e78fd73c0" ns2:_="" ns3:_="" ns4:_="">
    <xsd:import namespace="71c5aaf6-e6ce-465b-b873-5148d2a4c105"/>
    <xsd:import namespace="667dd412-82cd-430b-85f7-7c0de1efc84d"/>
    <xsd:import namespace="0aab05cd-1ea8-4306-9b9c-2614841c4632"/>
    <xsd:element name="properties">
      <xsd:complexType>
        <xsd:sequence>
          <xsd:element name="documentManagement">
            <xsd:complexType>
              <xsd:all>
                <xsd:element ref="ns2:_dlc_DocId" minOccurs="0"/>
                <xsd:element ref="ns2:_dlc_DocIdUrl" minOccurs="0"/>
                <xsd:element ref="ns2:_dlc_DocIdPersistId" minOccurs="0"/>
                <xsd:element ref="ns2:HideFromDelve" minOccurs="0"/>
                <xsd:element ref="ns3:MediaServiceMetadata" minOccurs="0"/>
                <xsd:element ref="ns3:MediaServiceFastMetadata" minOccurs="0"/>
                <xsd:element ref="ns3:MediaServiceSearchProperties" minOccurs="0"/>
                <xsd:element ref="ns3:MediaServiceDateTaken" minOccurs="0"/>
                <xsd:element ref="ns3:MediaServiceGenerationTime" minOccurs="0"/>
                <xsd:element ref="ns3:MediaServiceEventHashCode" minOccurs="0"/>
                <xsd:element ref="ns3:MediaLengthInSeconds" minOccurs="0"/>
                <xsd:element ref="ns3:lcf76f155ced4ddcb4097134ff3c332f" minOccurs="0"/>
                <xsd:element ref="ns4:TaxCatchAll"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c5aaf6-e6ce-465b-b873-5148d2a4c105"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HideFromDelve" ma:index="11" nillable="true" ma:displayName="HideFromDelve" ma:default="0" ma:internalName="HideFromDelv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667dd412-82cd-430b-85f7-7c0de1efc84d" elementFormDefault="qualified">
    <xsd:import namespace="http://schemas.microsoft.com/office/2006/documentManagement/types"/>
    <xsd:import namespace="http://schemas.microsoft.com/office/infopath/2007/PartnerControls"/>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34c87397-5fc1-491e-85e7-d6110dbe9cbd"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aab05cd-1ea8-4306-9b9c-2614841c4632"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a07d0233-4b9e-41b1-8aa2-e3f26071204c}" ma:internalName="TaxCatchAll" ma:showField="CatchAllData" ma:web="0aab05cd-1ea8-4306-9b9c-2614841c463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E1F50BE-1851-4251-AD3B-8B2C40434DBB}">
  <ds:schemaRefs>
    <ds:schemaRef ds:uri="http://schemas.microsoft.com/sharepoint/v3/contenttype/forms"/>
  </ds:schemaRefs>
</ds:datastoreItem>
</file>

<file path=customXml/itemProps2.xml><?xml version="1.0" encoding="utf-8"?>
<ds:datastoreItem xmlns:ds="http://schemas.openxmlformats.org/officeDocument/2006/customXml" ds:itemID="{BA85C95C-7E4F-4858-9DC5-EE30F34D5841}">
  <ds:schemaRefs>
    <ds:schemaRef ds:uri="http://schemas.microsoft.com/office/2006/metadata/properties"/>
    <ds:schemaRef ds:uri="http://schemas.microsoft.com/office/infopath/2007/PartnerControls"/>
    <ds:schemaRef ds:uri="71c5aaf6-e6ce-465b-b873-5148d2a4c105"/>
    <ds:schemaRef ds:uri="667dd412-82cd-430b-85f7-7c0de1efc84d"/>
    <ds:schemaRef ds:uri="0aab05cd-1ea8-4306-9b9c-2614841c4632"/>
  </ds:schemaRefs>
</ds:datastoreItem>
</file>

<file path=customXml/itemProps3.xml><?xml version="1.0" encoding="utf-8"?>
<ds:datastoreItem xmlns:ds="http://schemas.openxmlformats.org/officeDocument/2006/customXml" ds:itemID="{3C4F55F0-3122-4B3B-BA0C-4E8CB75F483F}">
  <ds:schemaRefs>
    <ds:schemaRef ds:uri="Microsoft.SharePoint.Taxonomy.ContentTypeSync"/>
  </ds:schemaRefs>
</ds:datastoreItem>
</file>

<file path=customXml/itemProps4.xml><?xml version="1.0" encoding="utf-8"?>
<ds:datastoreItem xmlns:ds="http://schemas.openxmlformats.org/officeDocument/2006/customXml" ds:itemID="{8E2C248F-089C-4C05-9B06-B69E4C42C4AF}">
  <ds:schemaRefs>
    <ds:schemaRef ds:uri="http://schemas.microsoft.com/sharepoint/events"/>
  </ds:schemaRefs>
</ds:datastoreItem>
</file>

<file path=customXml/itemProps5.xml><?xml version="1.0" encoding="utf-8"?>
<ds:datastoreItem xmlns:ds="http://schemas.openxmlformats.org/officeDocument/2006/customXml" ds:itemID="{4B2FBA37-2594-439B-B80B-97576996A1E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c5aaf6-e6ce-465b-b873-5148d2a4c105"/>
    <ds:schemaRef ds:uri="667dd412-82cd-430b-85f7-7c0de1efc84d"/>
    <ds:schemaRef ds:uri="0aab05cd-1ea8-4306-9b9c-2614841c46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285643de-5f5b-4b03-a153-0ae2dc8aaf77}" enabled="0" method="" siteId="{285643de-5f5b-4b03-a153-0ae2dc8aaf77}" removed="1"/>
  <clbl:label id="{5d471751-9675-428d-917b-70f44f9630b0}" enabled="0" method="" siteId="{5d471751-9675-428d-917b-70f44f9630b0}" removed="1"/>
</clbl:labelList>
</file>

<file path=docProps/app.xml><?xml version="1.0" encoding="utf-8"?>
<Properties xmlns="http://schemas.openxmlformats.org/officeDocument/2006/extended-properties" xmlns:vt="http://schemas.openxmlformats.org/officeDocument/2006/docPropsVTypes">
  <Template>Nokia 2025 - PowerPoint template v2.7</Template>
  <TotalTime>12527</TotalTime>
  <Words>3528</Words>
  <Application>Microsoft Office PowerPoint</Application>
  <PresentationFormat>On-screen Show (16:9)</PresentationFormat>
  <Paragraphs>227</Paragraphs>
  <Slides>23</Slides>
  <Notes>2</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1. White</vt:lpstr>
      <vt:lpstr>GX – SW Upgrade CFD Analysis</vt:lpstr>
      <vt:lpstr>Agenda </vt:lpstr>
      <vt:lpstr>Feedback on G42 SW Upgrade from Amazon Account team </vt:lpstr>
      <vt:lpstr>Feedback on G42 SW Upgrade from Meta Account team </vt:lpstr>
      <vt:lpstr>Flash/RAM usage over introducing new features/upgrades </vt:lpstr>
      <vt:lpstr>Backward compatibility over new release</vt:lpstr>
      <vt:lpstr>High CPU loading</vt:lpstr>
      <vt:lpstr>Stress/Negative scenarios in NBI interfaces</vt:lpstr>
      <vt:lpstr>Files/Packages/CLs missing/corrupted scenarios.</vt:lpstr>
      <vt:lpstr>Handling component failures</vt:lpstr>
      <vt:lpstr>Molex Vendor GRPC hardening.</vt:lpstr>
      <vt:lpstr>MoMs: 6/27:</vt:lpstr>
      <vt:lpstr>MoMs: 6/27:</vt:lpstr>
      <vt:lpstr>MoMs: 6/27:</vt:lpstr>
      <vt:lpstr>MoMs: 6/27:</vt:lpstr>
      <vt:lpstr>MoMs: 6/27:</vt:lpstr>
      <vt:lpstr>MoMs: 6/27:</vt:lpstr>
      <vt:lpstr>MoMs: 6/27:</vt:lpstr>
      <vt:lpstr>Backup Data  </vt:lpstr>
      <vt:lpstr>RRT Recommendation:</vt:lpstr>
      <vt:lpstr>Inputs from SRD lead</vt:lpstr>
      <vt:lpstr>Inputs from SRD lead Contd …</vt:lpstr>
      <vt:lpstr>End frame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 Kumar Behki</dc:creator>
  <cp:lastModifiedBy>Robert Bryttegard (Nokia)</cp:lastModifiedBy>
  <cp:revision>56</cp:revision>
  <dcterms:created xsi:type="dcterms:W3CDTF">2025-03-31T07:18:46Z</dcterms:created>
  <dcterms:modified xsi:type="dcterms:W3CDTF">2025-11-18T01:56:32Z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0x0101006FE55BE1E6A22E4EA346E5BA9FEE583F</vt:lpwstr>
  </property>
  <property fmtid="{D5CDD505-2E9C-101B-9397-08002B2CF9AE}" pid="3" name="MediaServiceImageTags">
    <vt:lpwstr/>
  </property>
</Properties>
</file>